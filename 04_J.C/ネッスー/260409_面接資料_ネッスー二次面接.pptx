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1" r:id="rId1"/>
  </p:sldMasterIdLst>
  <p:notesMasterIdLst>
    <p:notesMasterId r:id="rId10"/>
  </p:notesMasterIdLst>
  <p:handoutMasterIdLst>
    <p:handoutMasterId r:id="rId11"/>
  </p:handoutMasterIdLst>
  <p:sldIdLst>
    <p:sldId id="520" r:id="rId2"/>
    <p:sldId id="521" r:id="rId3"/>
    <p:sldId id="522" r:id="rId4"/>
    <p:sldId id="523" r:id="rId5"/>
    <p:sldId id="524" r:id="rId6"/>
    <p:sldId id="525" r:id="rId7"/>
    <p:sldId id="526" r:id="rId8"/>
    <p:sldId id="527" r:id="rId9"/>
  </p:sldIdLst>
  <p:sldSz cx="9144000" cy="6858000" type="screen4x3"/>
  <p:notesSz cx="6735763" cy="9866313"/>
  <p:embeddedFontLst>
    <p:embeddedFont>
      <p:font typeface="游ゴシック" panose="020B0400000000000000" pitchFamily="50" charset="-128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96"/>
    <a:srgbClr val="FFFFFF"/>
    <a:srgbClr val="00FFCC"/>
    <a:srgbClr val="FF99FF"/>
    <a:srgbClr val="FFE5FF"/>
    <a:srgbClr val="FFA0FF"/>
    <a:srgbClr val="FF65FF"/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6793C-47BF-4A5D-89C3-3FDD6612459A}" v="1316" dt="2026-04-09T00:13:51.762"/>
    <p1510:client id="{6B67BD30-8723-4B1A-84A5-3C4E62AA988C}" v="2271" dt="2026-04-09T01:32:19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9" autoAdjust="0"/>
    <p:restoredTop sz="96076" autoAdjust="0"/>
  </p:normalViewPr>
  <p:slideViewPr>
    <p:cSldViewPr snapToGrid="0">
      <p:cViewPr varScale="1">
        <p:scale>
          <a:sx n="108" d="100"/>
          <a:sy n="108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8"/>
    </p:cViewPr>
  </p:sorterViewPr>
  <p:notesViewPr>
    <p:cSldViewPr snapToGrid="0">
      <p:cViewPr varScale="1">
        <p:scale>
          <a:sx n="73" d="100"/>
          <a:sy n="73" d="100"/>
        </p:scale>
        <p:origin x="2816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雅史 畑原" userId="2d1a8574e231c1a0" providerId="LiveId" clId="{58A9253D-1E44-4A72-8895-B16E0D033FFF}"/>
    <pc:docChg chg="undo custSel addSld delSld modSld sldOrd modMainMaster">
      <pc:chgData name="雅史 畑原" userId="2d1a8574e231c1a0" providerId="LiveId" clId="{58A9253D-1E44-4A72-8895-B16E0D033FFF}" dt="2026-04-09T01:34:09.567" v="5390" actId="6549"/>
      <pc:docMkLst>
        <pc:docMk/>
      </pc:docMkLst>
      <pc:sldChg chg="modSp del mod chgLayout">
        <pc:chgData name="雅史 畑原" userId="2d1a8574e231c1a0" providerId="LiveId" clId="{58A9253D-1E44-4A72-8895-B16E0D033FFF}" dt="2026-04-08T00:05:34.320" v="295" actId="47"/>
        <pc:sldMkLst>
          <pc:docMk/>
          <pc:sldMk cId="675331169" sldId="358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2023538559" sldId="375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351326175" sldId="376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274459172" sldId="378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432759435" sldId="379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47234425" sldId="380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036421128" sldId="381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3804624090" sldId="383"/>
        </pc:sldMkLst>
      </pc:sldChg>
      <pc:sldChg chg="del">
        <pc:chgData name="雅史 畑原" userId="2d1a8574e231c1a0" providerId="LiveId" clId="{58A9253D-1E44-4A72-8895-B16E0D033FFF}" dt="2026-04-09T00:54:42.418" v="2043" actId="47"/>
        <pc:sldMkLst>
          <pc:docMk/>
          <pc:sldMk cId="554341302" sldId="384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469895695" sldId="393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2997647043" sldId="406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3731631372" sldId="408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2392244711" sldId="416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417245679" sldId="427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2106006577" sldId="428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3440529431" sldId="429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3303449458" sldId="433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2665874643" sldId="435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3686817330" sldId="437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287522350" sldId="439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412693694" sldId="440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124432698" sldId="441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285026657" sldId="442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3740340480" sldId="443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599044520" sldId="488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4147094337" sldId="489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559416903" sldId="506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405377142" sldId="518"/>
        </pc:sldMkLst>
      </pc:sldChg>
      <pc:sldChg chg="del">
        <pc:chgData name="雅史 畑原" userId="2d1a8574e231c1a0" providerId="LiveId" clId="{58A9253D-1E44-4A72-8895-B16E0D033FFF}" dt="2026-04-09T00:54:47.570" v="2044" actId="47"/>
        <pc:sldMkLst>
          <pc:docMk/>
          <pc:sldMk cId="1649678581" sldId="519"/>
        </pc:sldMkLst>
      </pc:sldChg>
      <pc:sldChg chg="addSp modSp new mod ord">
        <pc:chgData name="雅史 畑原" userId="2d1a8574e231c1a0" providerId="LiveId" clId="{58A9253D-1E44-4A72-8895-B16E0D033FFF}" dt="2026-04-09T01:13:54.893" v="4978" actId="20577"/>
        <pc:sldMkLst>
          <pc:docMk/>
          <pc:sldMk cId="2776360979" sldId="520"/>
        </pc:sldMkLst>
        <pc:spChg chg="mod">
          <ac:chgData name="雅史 畑原" userId="2d1a8574e231c1a0" providerId="LiveId" clId="{58A9253D-1E44-4A72-8895-B16E0D033FFF}" dt="2026-04-09T01:13:45.357" v="4961" actId="1036"/>
          <ac:spMkLst>
            <pc:docMk/>
            <pc:sldMk cId="2776360979" sldId="520"/>
            <ac:spMk id="2" creationId="{0504EF47-E8C9-B8C9-AE21-0E40DEDC0B7E}"/>
          </ac:spMkLst>
        </pc:spChg>
        <pc:spChg chg="mod">
          <ac:chgData name="雅史 畑原" userId="2d1a8574e231c1a0" providerId="LiveId" clId="{58A9253D-1E44-4A72-8895-B16E0D033FFF}" dt="2026-04-09T01:13:54.893" v="4978" actId="20577"/>
          <ac:spMkLst>
            <pc:docMk/>
            <pc:sldMk cId="2776360979" sldId="520"/>
            <ac:spMk id="3" creationId="{B056B9D2-EE55-EA86-F9E8-3E9EA29ED2E0}"/>
          </ac:spMkLst>
        </pc:spChg>
        <pc:spChg chg="add mod">
          <ac:chgData name="雅史 畑原" userId="2d1a8574e231c1a0" providerId="LiveId" clId="{58A9253D-1E44-4A72-8895-B16E0D033FFF}" dt="2026-04-09T00:55:54.577" v="2112" actId="14100"/>
          <ac:spMkLst>
            <pc:docMk/>
            <pc:sldMk cId="2776360979" sldId="520"/>
            <ac:spMk id="4" creationId="{850B81BD-01AE-AC3D-459F-19A631ACA26A}"/>
          </ac:spMkLst>
        </pc:spChg>
      </pc:sldChg>
      <pc:sldChg chg="addSp delSp modSp new mod">
        <pc:chgData name="雅史 畑原" userId="2d1a8574e231c1a0" providerId="LiveId" clId="{58A9253D-1E44-4A72-8895-B16E0D033FFF}" dt="2026-04-09T01:32:24.546" v="5379" actId="404"/>
        <pc:sldMkLst>
          <pc:docMk/>
          <pc:sldMk cId="1031773853" sldId="521"/>
        </pc:sldMkLst>
        <pc:spChg chg="add del">
          <ac:chgData name="雅史 畑原" userId="2d1a8574e231c1a0" providerId="LiveId" clId="{58A9253D-1E44-4A72-8895-B16E0D033FFF}" dt="2026-04-08T00:01:17.234" v="102"/>
          <ac:spMkLst>
            <pc:docMk/>
            <pc:sldMk cId="1031773853" sldId="521"/>
            <ac:spMk id="2" creationId="{63854CFA-243B-4D8C-8D9D-0787A3F2C689}"/>
          </ac:spMkLst>
        </pc:spChg>
        <pc:spChg chg="mod">
          <ac:chgData name="雅史 畑原" userId="2d1a8574e231c1a0" providerId="LiveId" clId="{58A9253D-1E44-4A72-8895-B16E0D033FFF}" dt="2026-04-09T01:24:28.839" v="5371" actId="6549"/>
          <ac:spMkLst>
            <pc:docMk/>
            <pc:sldMk cId="1031773853" sldId="521"/>
            <ac:spMk id="4" creationId="{EF9FD593-9EF4-0F6C-D50C-FC144584B855}"/>
          </ac:spMkLst>
        </pc:spChg>
        <pc:spChg chg="add mod">
          <ac:chgData name="雅史 畑原" userId="2d1a8574e231c1a0" providerId="LiveId" clId="{58A9253D-1E44-4A72-8895-B16E0D033FFF}" dt="2026-04-08T00:01:15.771" v="101"/>
          <ac:spMkLst>
            <pc:docMk/>
            <pc:sldMk cId="1031773853" sldId="521"/>
            <ac:spMk id="5" creationId="{7603F1D0-FB1E-F7C1-F5A8-F2E9A49BC53C}"/>
          </ac:spMkLst>
        </pc:spChg>
        <pc:spChg chg="add del mod">
          <ac:chgData name="雅史 畑原" userId="2d1a8574e231c1a0" providerId="LiveId" clId="{58A9253D-1E44-4A72-8895-B16E0D033FFF}" dt="2026-04-08T00:01:19.742" v="103" actId="21"/>
          <ac:spMkLst>
            <pc:docMk/>
            <pc:sldMk cId="1031773853" sldId="521"/>
            <ac:spMk id="6" creationId="{FA8905AF-CC04-157C-C7CC-483BB2D402C0}"/>
          </ac:spMkLst>
        </pc:spChg>
        <pc:spChg chg="add mod">
          <ac:chgData name="雅史 畑原" userId="2d1a8574e231c1a0" providerId="LiveId" clId="{58A9253D-1E44-4A72-8895-B16E0D033FFF}" dt="2026-04-09T00:54:27.214" v="2041" actId="27636"/>
          <ac:spMkLst>
            <pc:docMk/>
            <pc:sldMk cId="1031773853" sldId="521"/>
            <ac:spMk id="7" creationId="{15FD5AC8-B6AC-AC04-5DA4-39CD1A9B9EE0}"/>
          </ac:spMkLst>
        </pc:spChg>
        <pc:graphicFrameChg chg="add del modGraphic">
          <ac:chgData name="雅史 畑原" userId="2d1a8574e231c1a0" providerId="LiveId" clId="{58A9253D-1E44-4A72-8895-B16E0D033FFF}" dt="2026-04-08T00:07:01.242" v="321" actId="1032"/>
          <ac:graphicFrameMkLst>
            <pc:docMk/>
            <pc:sldMk cId="1031773853" sldId="521"/>
            <ac:graphicFrameMk id="8" creationId="{C534DE67-F5A8-2363-951E-FCCBB399E870}"/>
          </ac:graphicFrameMkLst>
        </pc:graphicFrameChg>
        <pc:graphicFrameChg chg="add del mod modGraphic">
          <ac:chgData name="雅史 畑原" userId="2d1a8574e231c1a0" providerId="LiveId" clId="{58A9253D-1E44-4A72-8895-B16E0D033FFF}" dt="2026-04-08T00:20:09.706" v="1626" actId="478"/>
          <ac:graphicFrameMkLst>
            <pc:docMk/>
            <pc:sldMk cId="1031773853" sldId="521"/>
            <ac:graphicFrameMk id="9" creationId="{D2E3AE1B-2FE8-8140-6A59-FE7DA55A723C}"/>
          </ac:graphicFrameMkLst>
        </pc:graphicFrameChg>
        <pc:graphicFrameChg chg="add mod modGraphic">
          <ac:chgData name="雅史 畑原" userId="2d1a8574e231c1a0" providerId="LiveId" clId="{58A9253D-1E44-4A72-8895-B16E0D033FFF}" dt="2026-04-09T01:32:24.546" v="5379" actId="404"/>
          <ac:graphicFrameMkLst>
            <pc:docMk/>
            <pc:sldMk cId="1031773853" sldId="521"/>
            <ac:graphicFrameMk id="10" creationId="{9CA8C3CD-BAF7-3558-44CC-D6E5D0B42435}"/>
          </ac:graphicFrameMkLst>
        </pc:graphicFrameChg>
      </pc:sldChg>
      <pc:sldChg chg="addSp delSp modSp add mod">
        <pc:chgData name="雅史 畑原" userId="2d1a8574e231c1a0" providerId="LiveId" clId="{58A9253D-1E44-4A72-8895-B16E0D033FFF}" dt="2026-04-09T01:32:43.404" v="5385" actId="20577"/>
        <pc:sldMkLst>
          <pc:docMk/>
          <pc:sldMk cId="1945697465" sldId="522"/>
        </pc:sldMkLst>
        <pc:spChg chg="mod">
          <ac:chgData name="雅史 畑原" userId="2d1a8574e231c1a0" providerId="LiveId" clId="{58A9253D-1E44-4A72-8895-B16E0D033FFF}" dt="2026-04-08T00:03:21.924" v="230" actId="20577"/>
          <ac:spMkLst>
            <pc:docMk/>
            <pc:sldMk cId="1945697465" sldId="522"/>
            <ac:spMk id="4" creationId="{B8D58FFA-7432-0A5E-FF16-39F74988021D}"/>
          </ac:spMkLst>
        </pc:spChg>
        <pc:spChg chg="mod">
          <ac:chgData name="雅史 畑原" userId="2d1a8574e231c1a0" providerId="LiveId" clId="{58A9253D-1E44-4A72-8895-B16E0D033FFF}" dt="2026-04-09T01:32:43.404" v="5385" actId="20577"/>
          <ac:spMkLst>
            <pc:docMk/>
            <pc:sldMk cId="1945697465" sldId="522"/>
            <ac:spMk id="7" creationId="{79312D5D-431B-8A1C-1E49-5FC314AA8624}"/>
          </ac:spMkLst>
        </pc:spChg>
        <pc:graphicFrameChg chg="add del mod modGraphic">
          <ac:chgData name="雅史 畑原" userId="2d1a8574e231c1a0" providerId="LiveId" clId="{58A9253D-1E44-4A72-8895-B16E0D033FFF}" dt="2026-04-08T00:11:46.312" v="784" actId="478"/>
          <ac:graphicFrameMkLst>
            <pc:docMk/>
            <pc:sldMk cId="1945697465" sldId="522"/>
            <ac:graphicFrameMk id="2" creationId="{977EFAE6-9C37-4520-B1F0-0E1D06FF6B73}"/>
          </ac:graphicFrameMkLst>
        </pc:graphicFrameChg>
        <pc:graphicFrameChg chg="add mod modGraphic">
          <ac:chgData name="雅史 畑原" userId="2d1a8574e231c1a0" providerId="LiveId" clId="{58A9253D-1E44-4A72-8895-B16E0D033FFF}" dt="2026-04-09T00:59:58.059" v="2697" actId="20577"/>
          <ac:graphicFrameMkLst>
            <pc:docMk/>
            <pc:sldMk cId="1945697465" sldId="522"/>
            <ac:graphicFrameMk id="5" creationId="{6A9E1791-72C2-2BB1-0757-AEA7A07B74B6}"/>
          </ac:graphicFrameMkLst>
        </pc:graphicFrameChg>
      </pc:sldChg>
      <pc:sldChg chg="addSp modSp add mod">
        <pc:chgData name="雅史 畑原" userId="2d1a8574e231c1a0" providerId="LiveId" clId="{58A9253D-1E44-4A72-8895-B16E0D033FFF}" dt="2026-04-09T01:33:58.499" v="5387" actId="27636"/>
        <pc:sldMkLst>
          <pc:docMk/>
          <pc:sldMk cId="1505980124" sldId="523"/>
        </pc:sldMkLst>
        <pc:spChg chg="mod">
          <ac:chgData name="雅史 畑原" userId="2d1a8574e231c1a0" providerId="LiveId" clId="{58A9253D-1E44-4A72-8895-B16E0D033FFF}" dt="2026-04-08T00:03:35.850" v="240"/>
          <ac:spMkLst>
            <pc:docMk/>
            <pc:sldMk cId="1505980124" sldId="523"/>
            <ac:spMk id="4" creationId="{B304DA88-A133-500D-16AC-F9F01C7EA2A8}"/>
          </ac:spMkLst>
        </pc:spChg>
        <pc:spChg chg="mod">
          <ac:chgData name="雅史 畑原" userId="2d1a8574e231c1a0" providerId="LiveId" clId="{58A9253D-1E44-4A72-8895-B16E0D033FFF}" dt="2026-04-09T01:33:58.499" v="5387" actId="27636"/>
          <ac:spMkLst>
            <pc:docMk/>
            <pc:sldMk cId="1505980124" sldId="523"/>
            <ac:spMk id="7" creationId="{55409DD8-B7FA-7E34-8BE3-08F5AB399109}"/>
          </ac:spMkLst>
        </pc:spChg>
        <pc:graphicFrameChg chg="add mod modGraphic">
          <ac:chgData name="雅史 畑原" userId="2d1a8574e231c1a0" providerId="LiveId" clId="{58A9253D-1E44-4A72-8895-B16E0D033FFF}" dt="2026-04-09T01:30:20.879" v="5374" actId="20577"/>
          <ac:graphicFrameMkLst>
            <pc:docMk/>
            <pc:sldMk cId="1505980124" sldId="523"/>
            <ac:graphicFrameMk id="2" creationId="{A26BE4C0-223F-38D7-4B54-25B062119B39}"/>
          </ac:graphicFrameMkLst>
        </pc:graphicFrameChg>
      </pc:sldChg>
      <pc:sldChg chg="addSp modSp add mod">
        <pc:chgData name="雅史 畑原" userId="2d1a8574e231c1a0" providerId="LiveId" clId="{58A9253D-1E44-4A72-8895-B16E0D033FFF}" dt="2026-04-09T01:34:02.016" v="5388" actId="6549"/>
        <pc:sldMkLst>
          <pc:docMk/>
          <pc:sldMk cId="1328005163" sldId="524"/>
        </pc:sldMkLst>
        <pc:spChg chg="mod">
          <ac:chgData name="雅史 畑原" userId="2d1a8574e231c1a0" providerId="LiveId" clId="{58A9253D-1E44-4A72-8895-B16E0D033FFF}" dt="2026-04-08T00:04:08.938" v="270"/>
          <ac:spMkLst>
            <pc:docMk/>
            <pc:sldMk cId="1328005163" sldId="524"/>
            <ac:spMk id="4" creationId="{D809F3C3-BB51-DC68-810F-613AD0732355}"/>
          </ac:spMkLst>
        </pc:spChg>
        <pc:spChg chg="mod">
          <ac:chgData name="雅史 畑原" userId="2d1a8574e231c1a0" providerId="LiveId" clId="{58A9253D-1E44-4A72-8895-B16E0D033FFF}" dt="2026-04-09T01:34:02.016" v="5388" actId="6549"/>
          <ac:spMkLst>
            <pc:docMk/>
            <pc:sldMk cId="1328005163" sldId="524"/>
            <ac:spMk id="7" creationId="{3656F4A3-3B91-9358-CA4E-8B037A75462B}"/>
          </ac:spMkLst>
        </pc:spChg>
        <pc:graphicFrameChg chg="add mod modGraphic">
          <ac:chgData name="雅史 畑原" userId="2d1a8574e231c1a0" providerId="LiveId" clId="{58A9253D-1E44-4A72-8895-B16E0D033FFF}" dt="2026-04-09T01:18:17.596" v="5096" actId="14100"/>
          <ac:graphicFrameMkLst>
            <pc:docMk/>
            <pc:sldMk cId="1328005163" sldId="524"/>
            <ac:graphicFrameMk id="2" creationId="{5CE7BA32-D3B9-6991-BFA2-3C6CAEBA927C}"/>
          </ac:graphicFrameMkLst>
        </pc:graphicFrameChg>
      </pc:sldChg>
      <pc:sldChg chg="addSp modSp add mod">
        <pc:chgData name="雅史 畑原" userId="2d1a8574e231c1a0" providerId="LiveId" clId="{58A9253D-1E44-4A72-8895-B16E0D033FFF}" dt="2026-04-09T01:34:05.668" v="5389" actId="6549"/>
        <pc:sldMkLst>
          <pc:docMk/>
          <pc:sldMk cId="3218499275" sldId="525"/>
        </pc:sldMkLst>
        <pc:spChg chg="mod">
          <ac:chgData name="雅史 畑原" userId="2d1a8574e231c1a0" providerId="LiveId" clId="{58A9253D-1E44-4A72-8895-B16E0D033FFF}" dt="2026-04-08T00:04:30.333" v="277"/>
          <ac:spMkLst>
            <pc:docMk/>
            <pc:sldMk cId="3218499275" sldId="525"/>
            <ac:spMk id="4" creationId="{21B2E58E-3318-3152-B5AE-16BC10175E7D}"/>
          </ac:spMkLst>
        </pc:spChg>
        <pc:spChg chg="mod">
          <ac:chgData name="雅史 畑原" userId="2d1a8574e231c1a0" providerId="LiveId" clId="{58A9253D-1E44-4A72-8895-B16E0D033FFF}" dt="2026-04-09T01:34:05.668" v="5389" actId="6549"/>
          <ac:spMkLst>
            <pc:docMk/>
            <pc:sldMk cId="3218499275" sldId="525"/>
            <ac:spMk id="7" creationId="{AB8B1081-4925-3F6F-4DDB-7466BD4BDE21}"/>
          </ac:spMkLst>
        </pc:spChg>
        <pc:graphicFrameChg chg="add mod modGraphic">
          <ac:chgData name="雅史 畑原" userId="2d1a8574e231c1a0" providerId="LiveId" clId="{58A9253D-1E44-4A72-8895-B16E0D033FFF}" dt="2026-04-09T01:18:28.748" v="5099" actId="14100"/>
          <ac:graphicFrameMkLst>
            <pc:docMk/>
            <pc:sldMk cId="3218499275" sldId="525"/>
            <ac:graphicFrameMk id="2" creationId="{90A0ADC1-CCC1-98EE-A933-FE0D3A120CE5}"/>
          </ac:graphicFrameMkLst>
        </pc:graphicFrameChg>
      </pc:sldChg>
      <pc:sldChg chg="addSp modSp add mod">
        <pc:chgData name="雅史 畑原" userId="2d1a8574e231c1a0" providerId="LiveId" clId="{58A9253D-1E44-4A72-8895-B16E0D033FFF}" dt="2026-04-09T01:34:09.567" v="5390" actId="6549"/>
        <pc:sldMkLst>
          <pc:docMk/>
          <pc:sldMk cId="3062537253" sldId="526"/>
        </pc:sldMkLst>
        <pc:spChg chg="mod">
          <ac:chgData name="雅史 畑原" userId="2d1a8574e231c1a0" providerId="LiveId" clId="{58A9253D-1E44-4A72-8895-B16E0D033FFF}" dt="2026-04-08T00:04:54.856" v="284"/>
          <ac:spMkLst>
            <pc:docMk/>
            <pc:sldMk cId="3062537253" sldId="526"/>
            <ac:spMk id="4" creationId="{BFEBD7EF-3179-051B-51C9-2998E08A74C9}"/>
          </ac:spMkLst>
        </pc:spChg>
        <pc:spChg chg="mod">
          <ac:chgData name="雅史 畑原" userId="2d1a8574e231c1a0" providerId="LiveId" clId="{58A9253D-1E44-4A72-8895-B16E0D033FFF}" dt="2026-04-09T01:34:09.567" v="5390" actId="6549"/>
          <ac:spMkLst>
            <pc:docMk/>
            <pc:sldMk cId="3062537253" sldId="526"/>
            <ac:spMk id="7" creationId="{8389B4E1-2DE1-4457-DC05-A9227807EE00}"/>
          </ac:spMkLst>
        </pc:spChg>
        <pc:graphicFrameChg chg="add mod modGraphic">
          <ac:chgData name="雅史 畑原" userId="2d1a8574e231c1a0" providerId="LiveId" clId="{58A9253D-1E44-4A72-8895-B16E0D033FFF}" dt="2026-04-09T01:17:26.450" v="5088" actId="404"/>
          <ac:graphicFrameMkLst>
            <pc:docMk/>
            <pc:sldMk cId="3062537253" sldId="526"/>
            <ac:graphicFrameMk id="2" creationId="{C87AC046-1A20-FBF2-01A6-2FC44AFD2E53}"/>
          </ac:graphicFrameMkLst>
        </pc:graphicFrameChg>
      </pc:sldChg>
      <pc:sldChg chg="addSp delSp modSp add mod">
        <pc:chgData name="雅史 畑原" userId="2d1a8574e231c1a0" providerId="LiveId" clId="{58A9253D-1E44-4A72-8895-B16E0D033FFF}" dt="2026-04-09T01:12:48.330" v="4955" actId="404"/>
        <pc:sldMkLst>
          <pc:docMk/>
          <pc:sldMk cId="1665115062" sldId="527"/>
        </pc:sldMkLst>
        <pc:spChg chg="mod">
          <ac:chgData name="雅史 畑原" userId="2d1a8574e231c1a0" providerId="LiveId" clId="{58A9253D-1E44-4A72-8895-B16E0D033FFF}" dt="2026-04-08T00:05:23.612" v="290"/>
          <ac:spMkLst>
            <pc:docMk/>
            <pc:sldMk cId="1665115062" sldId="527"/>
            <ac:spMk id="4" creationId="{A49EEE96-B14D-C95A-5ECF-D65EB5E3D9C6}"/>
          </ac:spMkLst>
        </pc:spChg>
        <pc:spChg chg="mod">
          <ac:chgData name="雅史 畑原" userId="2d1a8574e231c1a0" providerId="LiveId" clId="{58A9253D-1E44-4A72-8895-B16E0D033FFF}" dt="2026-04-09T01:12:48.330" v="4955" actId="404"/>
          <ac:spMkLst>
            <pc:docMk/>
            <pc:sldMk cId="1665115062" sldId="527"/>
            <ac:spMk id="7" creationId="{19953718-3A82-C318-108A-19E71C11D282}"/>
          </ac:spMkLst>
        </pc:spChg>
        <pc:graphicFrameChg chg="add del mod">
          <ac:chgData name="雅史 畑原" userId="2d1a8574e231c1a0" providerId="LiveId" clId="{58A9253D-1E44-4A72-8895-B16E0D033FFF}" dt="2026-04-09T01:11:29.023" v="4896" actId="478"/>
          <ac:graphicFrameMkLst>
            <pc:docMk/>
            <pc:sldMk cId="1665115062" sldId="527"/>
            <ac:graphicFrameMk id="2" creationId="{79E7D1E2-8686-6BB0-49A5-42311A3FA4BD}"/>
          </ac:graphicFrameMkLst>
        </pc:graphicFrameChg>
      </pc:sldChg>
      <pc:sldMasterChg chg="delSldLayout modSldLayout">
        <pc:chgData name="雅史 畑原" userId="2d1a8574e231c1a0" providerId="LiveId" clId="{58A9253D-1E44-4A72-8895-B16E0D033FFF}" dt="2026-04-09T00:54:47.570" v="2044" actId="47"/>
        <pc:sldMasterMkLst>
          <pc:docMk/>
          <pc:sldMasterMk cId="1828869345" sldId="2147483661"/>
        </pc:sldMasterMkLst>
        <pc:sldLayoutChg chg="delSp mod">
          <pc:chgData name="雅史 畑原" userId="2d1a8574e231c1a0" providerId="LiveId" clId="{58A9253D-1E44-4A72-8895-B16E0D033FFF}" dt="2026-04-07T23:59:40.590" v="13" actId="478"/>
          <pc:sldLayoutMkLst>
            <pc:docMk/>
            <pc:sldMasterMk cId="1828869345" sldId="2147483661"/>
            <pc:sldLayoutMk cId="2767192834" sldId="2147483668"/>
          </pc:sldLayoutMkLst>
        </pc:sldLayoutChg>
        <pc:sldLayoutChg chg="delSp modSp mod">
          <pc:chgData name="雅史 畑原" userId="2d1a8574e231c1a0" providerId="LiveId" clId="{58A9253D-1E44-4A72-8895-B16E0D033FFF}" dt="2026-04-09T00:54:27.138" v="2040" actId="16037"/>
          <pc:sldLayoutMkLst>
            <pc:docMk/>
            <pc:sldMasterMk cId="1828869345" sldId="2147483661"/>
            <pc:sldLayoutMk cId="1201834562" sldId="2147483673"/>
          </pc:sldLayoutMkLst>
          <pc:spChg chg="mod">
            <ac:chgData name="雅史 畑原" userId="2d1a8574e231c1a0" providerId="LiveId" clId="{58A9253D-1E44-4A72-8895-B16E0D033FFF}" dt="2026-04-09T00:54:27.138" v="2040" actId="16037"/>
            <ac:spMkLst>
              <pc:docMk/>
              <pc:sldMasterMk cId="1828869345" sldId="2147483661"/>
              <pc:sldLayoutMk cId="1201834562" sldId="2147483673"/>
              <ac:spMk id="3" creationId="{4C3DAFB0-F594-4AF2-8121-5BCC43A72E42}"/>
            </ac:spMkLst>
          </pc:spChg>
          <pc:spChg chg="mod">
            <ac:chgData name="雅史 畑原" userId="2d1a8574e231c1a0" providerId="LiveId" clId="{58A9253D-1E44-4A72-8895-B16E0D033FFF}" dt="2026-04-07T23:59:30.729" v="10" actId="1076"/>
            <ac:spMkLst>
              <pc:docMk/>
              <pc:sldMasterMk cId="1828869345" sldId="2147483661"/>
              <pc:sldLayoutMk cId="1201834562" sldId="2147483673"/>
              <ac:spMk id="4" creationId="{F6FA79FF-6B06-4769-A247-60BDD3C18BB5}"/>
            </ac:spMkLst>
          </pc:spChg>
        </pc:sldLayoutChg>
        <pc:sldLayoutChg chg="del">
          <pc:chgData name="雅史 畑原" userId="2d1a8574e231c1a0" providerId="LiveId" clId="{58A9253D-1E44-4A72-8895-B16E0D033FFF}" dt="2026-04-09T00:54:47.570" v="2044" actId="47"/>
          <pc:sldLayoutMkLst>
            <pc:docMk/>
            <pc:sldMasterMk cId="1828869345" sldId="2147483661"/>
            <pc:sldLayoutMk cId="3327351582" sldId="2147483675"/>
          </pc:sldLayoutMkLst>
        </pc:sldLayoutChg>
        <pc:sldLayoutChg chg="delSp modSp mod">
          <pc:chgData name="雅史 畑原" userId="2d1a8574e231c1a0" providerId="LiveId" clId="{58A9253D-1E44-4A72-8895-B16E0D033FFF}" dt="2026-04-08T00:02:52.792" v="192" actId="6549"/>
          <pc:sldLayoutMkLst>
            <pc:docMk/>
            <pc:sldMasterMk cId="1828869345" sldId="2147483661"/>
            <pc:sldLayoutMk cId="2363473597" sldId="2147483676"/>
          </pc:sldLayoutMkLst>
          <pc:spChg chg="mod">
            <ac:chgData name="雅史 畑原" userId="2d1a8574e231c1a0" providerId="LiveId" clId="{58A9253D-1E44-4A72-8895-B16E0D033FFF}" dt="2026-04-08T00:02:52.792" v="192" actId="6549"/>
            <ac:spMkLst>
              <pc:docMk/>
              <pc:sldMasterMk cId="1828869345" sldId="2147483661"/>
              <pc:sldLayoutMk cId="2363473597" sldId="2147483676"/>
              <ac:spMk id="6" creationId="{203590FA-9D32-92C3-667A-77C01BEF3AD5}"/>
            </ac:spMkLst>
          </pc:spChg>
          <pc:picChg chg="del">
            <ac:chgData name="雅史 畑原" userId="2d1a8574e231c1a0" providerId="LiveId" clId="{58A9253D-1E44-4A72-8895-B16E0D033FFF}" dt="2026-04-08T00:02:44.936" v="191" actId="478"/>
            <ac:picMkLst>
              <pc:docMk/>
              <pc:sldMasterMk cId="1828869345" sldId="2147483661"/>
              <pc:sldLayoutMk cId="2363473597" sldId="2147483676"/>
              <ac:picMk id="12" creationId="{26FBC8D1-8569-941B-55C4-49D819EB3404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12A68C-7AE1-455A-B01B-F016779306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523E3BB-83F3-4F07-93B2-D34CDF8BB1C1}">
      <dgm:prSet phldrT="[テキスト]" custT="1"/>
      <dgm:spPr/>
      <dgm:t>
        <a:bodyPr/>
        <a:lstStyle/>
        <a:p>
          <a:r>
            <a:rPr kumimoji="1" lang="ja-JP" altLang="en-US" sz="1600" b="1" dirty="0">
              <a:solidFill>
                <a:schemeClr val="tx1"/>
              </a:solidFill>
            </a:rPr>
            <a:t>サーキュラーエコノミー</a:t>
          </a:r>
        </a:p>
      </dgm:t>
    </dgm:pt>
    <dgm:pt modelId="{AC06FCF1-DF34-41FD-94B7-6A6718FCAB32}" type="par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8745508-C8E1-4412-BB2B-01B06A16C0CC}" type="sib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78A4BBE-0BA0-411C-BAD1-F4F5806A8B90}">
      <dgm:prSet phldrT="[テキスト]" custT="1"/>
      <dgm:spPr/>
      <dgm:t>
        <a:bodyPr/>
        <a:lstStyle/>
        <a:p>
          <a:r>
            <a:rPr kumimoji="1" lang="ja-JP" altLang="en-US" sz="1800" dirty="0"/>
            <a:t>食品ロス削減</a:t>
          </a:r>
        </a:p>
      </dgm:t>
    </dgm:pt>
    <dgm:pt modelId="{FA1FD404-CEEF-4398-988C-152DF3D6353B}" type="par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F324E2D9-6D8B-49E8-989F-4A72472C099C}" type="sib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DB3933D3-B24A-4396-8B6E-086C3BB0E78E}">
      <dgm:prSet phldrT="[テキスト]" custT="1"/>
      <dgm:spPr/>
      <dgm:t>
        <a:bodyPr/>
        <a:lstStyle/>
        <a:p>
          <a:r>
            <a:rPr kumimoji="1" lang="ja-JP" altLang="en-US" sz="1800" b="1" dirty="0">
              <a:solidFill>
                <a:schemeClr val="tx1"/>
              </a:solidFill>
            </a:rPr>
            <a:t>地方創生子ども支援</a:t>
          </a:r>
        </a:p>
      </dgm:t>
    </dgm:pt>
    <dgm:pt modelId="{A6A6B818-A1F9-4D57-BB8E-3197F2A2933B}" type="par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0DABB348-1DC7-4804-92C2-671A0AA77F36}" type="sib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86C088B8-3371-4F1E-8617-919C2ABB99CE}">
      <dgm:prSet phldrT="[テキスト]" custT="1"/>
      <dgm:spPr/>
      <dgm:t>
        <a:bodyPr/>
        <a:lstStyle/>
        <a:p>
          <a:r>
            <a:rPr kumimoji="1" lang="ja-JP" altLang="en-US" sz="1800" dirty="0"/>
            <a:t>こどもふるさと便</a:t>
          </a:r>
        </a:p>
      </dgm:t>
    </dgm:pt>
    <dgm:pt modelId="{22130531-44F9-47D4-A4C8-07D913EB7BC8}" type="par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0C9D9AFA-06D5-4A77-9397-7B8BA21F8531}" type="sib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D9368674-CC16-4094-97E2-B66B658D1036}">
      <dgm:prSet phldrT="[テキスト]" custT="1"/>
      <dgm:spPr/>
      <dgm:t>
        <a:bodyPr/>
        <a:lstStyle/>
        <a:p>
          <a:r>
            <a:rPr kumimoji="1" lang="ja-JP" altLang="en-US" sz="1800" b="1" dirty="0">
              <a:solidFill>
                <a:schemeClr val="tx1"/>
              </a:solidFill>
            </a:rPr>
            <a:t>保育園ネットスーパー</a:t>
          </a:r>
        </a:p>
      </dgm:t>
    </dgm:pt>
    <dgm:pt modelId="{5020ED81-F75E-4A2D-B8A9-7B5D925D1782}" type="par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07A0DA49-1666-43CD-B82A-B5CC0EDA79C9}" type="sib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739E6DB9-D31A-42B3-992B-2104DD749BC0}">
      <dgm:prSet phldrT="[テキスト]" custT="1"/>
      <dgm:spPr/>
      <dgm:t>
        <a:bodyPr/>
        <a:lstStyle/>
        <a:p>
          <a:r>
            <a:rPr kumimoji="1" lang="ja-JP" altLang="en-US" sz="1800" dirty="0"/>
            <a:t>ネット注文、保育園受け取りサービス</a:t>
          </a:r>
          <a:br>
            <a:rPr kumimoji="1" lang="en-US" altLang="ja-JP" sz="1800" dirty="0"/>
          </a:br>
          <a:endParaRPr kumimoji="1" lang="ja-JP" altLang="en-US" sz="1800" dirty="0"/>
        </a:p>
      </dgm:t>
    </dgm:pt>
    <dgm:pt modelId="{B63CC291-7D1B-478F-BF74-7CF9F192E171}" type="par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F6660FCD-CC78-40CB-B32F-C6DFB8B4A235}" type="sib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6D0FFFF8-CA80-4851-8897-3750928BB5F6}">
      <dgm:prSet phldrT="[テキスト]" custT="1"/>
      <dgm:spPr/>
      <dgm:t>
        <a:bodyPr/>
        <a:lstStyle/>
        <a:p>
          <a:r>
            <a:rPr kumimoji="1" lang="en-US" altLang="ja-JP" sz="1800" dirty="0"/>
            <a:t>※</a:t>
          </a:r>
          <a:r>
            <a:rPr kumimoji="1" lang="ja-JP" altLang="en-US" sz="1800" dirty="0"/>
            <a:t>現在休止中</a:t>
          </a:r>
        </a:p>
      </dgm:t>
    </dgm:pt>
    <dgm:pt modelId="{08155A26-55D2-4BB5-B32C-0BCB495403C0}" type="parTrans" cxnId="{F242EA54-6500-421B-9D52-DEC6BA6117E0}">
      <dgm:prSet/>
      <dgm:spPr/>
      <dgm:t>
        <a:bodyPr/>
        <a:lstStyle/>
        <a:p>
          <a:endParaRPr kumimoji="1" lang="ja-JP" altLang="en-US"/>
        </a:p>
      </dgm:t>
    </dgm:pt>
    <dgm:pt modelId="{BB9DFEA4-C0E7-49BF-A40D-4C4947E8280F}" type="sibTrans" cxnId="{F242EA54-6500-421B-9D52-DEC6BA6117E0}">
      <dgm:prSet/>
      <dgm:spPr/>
      <dgm:t>
        <a:bodyPr/>
        <a:lstStyle/>
        <a:p>
          <a:endParaRPr kumimoji="1" lang="ja-JP" altLang="en-US"/>
        </a:p>
      </dgm:t>
    </dgm:pt>
    <dgm:pt modelId="{03C8891B-E148-41B7-AAC2-01AA08C5FE23}">
      <dgm:prSet phldrT="[テキスト]" custT="1"/>
      <dgm:spPr/>
      <dgm:t>
        <a:bodyPr/>
        <a:lstStyle/>
        <a:p>
          <a:r>
            <a:rPr kumimoji="1" lang="ja-JP" altLang="en-US" sz="1800" dirty="0"/>
            <a:t>フードバンク</a:t>
          </a:r>
        </a:p>
      </dgm:t>
    </dgm:pt>
    <dgm:pt modelId="{9335A80A-555C-4989-B47D-A08220B57342}" type="par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FAAED83B-B50C-477C-A505-1F3F24FFD827}" type="sib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CC71C7F2-0B52-4704-8CD2-C68D16443A47}">
      <dgm:prSet phldrT="[テキスト]" custT="1"/>
      <dgm:spPr/>
      <dgm:t>
        <a:bodyPr/>
        <a:lstStyle/>
        <a:p>
          <a:r>
            <a:rPr kumimoji="1" lang="ja-JP" altLang="en-US" sz="1800" dirty="0"/>
            <a:t>リサイクル資源活用</a:t>
          </a:r>
        </a:p>
      </dgm:t>
    </dgm:pt>
    <dgm:pt modelId="{9B1C7D3D-9C92-453B-873C-D25A42364520}" type="parTrans" cxnId="{C59E1924-FA04-4B39-89D6-4D4094B3DA99}">
      <dgm:prSet/>
      <dgm:spPr/>
      <dgm:t>
        <a:bodyPr/>
        <a:lstStyle/>
        <a:p>
          <a:endParaRPr kumimoji="1" lang="ja-JP" altLang="en-US"/>
        </a:p>
      </dgm:t>
    </dgm:pt>
    <dgm:pt modelId="{90783957-84CA-4F63-A031-75EE6D585FC3}" type="sibTrans" cxnId="{C59E1924-FA04-4B39-89D6-4D4094B3DA99}">
      <dgm:prSet/>
      <dgm:spPr/>
      <dgm:t>
        <a:bodyPr/>
        <a:lstStyle/>
        <a:p>
          <a:endParaRPr kumimoji="1" lang="ja-JP" altLang="en-US"/>
        </a:p>
      </dgm:t>
    </dgm:pt>
    <dgm:pt modelId="{1154B8CB-92C6-4329-982D-5D627FE9CB53}" type="pres">
      <dgm:prSet presAssocID="{3B12A68C-7AE1-455A-B01B-F01677930630}" presName="Name0" presStyleCnt="0">
        <dgm:presLayoutVars>
          <dgm:dir/>
          <dgm:animLvl val="lvl"/>
          <dgm:resizeHandles val="exact"/>
        </dgm:presLayoutVars>
      </dgm:prSet>
      <dgm:spPr/>
    </dgm:pt>
    <dgm:pt modelId="{8453DB8E-1055-4504-992A-2B84E2DC22B3}" type="pres">
      <dgm:prSet presAssocID="{2523E3BB-83F3-4F07-93B2-D34CDF8BB1C1}" presName="composite" presStyleCnt="0"/>
      <dgm:spPr/>
    </dgm:pt>
    <dgm:pt modelId="{39AB6D78-6172-4CA3-B9C2-DAE2AFB63533}" type="pres">
      <dgm:prSet presAssocID="{2523E3BB-83F3-4F07-93B2-D34CDF8BB1C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AB02356-876D-4ED9-8B31-790BBB7AE6CB}" type="pres">
      <dgm:prSet presAssocID="{2523E3BB-83F3-4F07-93B2-D34CDF8BB1C1}" presName="desTx" presStyleLbl="alignAccFollowNode1" presStyleIdx="0" presStyleCnt="3">
        <dgm:presLayoutVars>
          <dgm:bulletEnabled val="1"/>
        </dgm:presLayoutVars>
      </dgm:prSet>
      <dgm:spPr/>
    </dgm:pt>
    <dgm:pt modelId="{92964614-6612-4774-A527-E498D885FD48}" type="pres">
      <dgm:prSet presAssocID="{48745508-C8E1-4412-BB2B-01B06A16C0CC}" presName="space" presStyleCnt="0"/>
      <dgm:spPr/>
    </dgm:pt>
    <dgm:pt modelId="{835402C1-DF36-40FF-8D8C-CE2135EB7B5D}" type="pres">
      <dgm:prSet presAssocID="{DB3933D3-B24A-4396-8B6E-086C3BB0E78E}" presName="composite" presStyleCnt="0"/>
      <dgm:spPr/>
    </dgm:pt>
    <dgm:pt modelId="{FF1DF26C-1D07-4584-881C-0939C6709556}" type="pres">
      <dgm:prSet presAssocID="{DB3933D3-B24A-4396-8B6E-086C3BB0E7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BE9209A-5682-4878-B243-AEB0E36DF2E0}" type="pres">
      <dgm:prSet presAssocID="{DB3933D3-B24A-4396-8B6E-086C3BB0E78E}" presName="desTx" presStyleLbl="alignAccFollowNode1" presStyleIdx="1" presStyleCnt="3">
        <dgm:presLayoutVars>
          <dgm:bulletEnabled val="1"/>
        </dgm:presLayoutVars>
      </dgm:prSet>
      <dgm:spPr/>
    </dgm:pt>
    <dgm:pt modelId="{70A7A524-BB25-458B-8C11-A1CB60AE3ED5}" type="pres">
      <dgm:prSet presAssocID="{0DABB348-1DC7-4804-92C2-671A0AA77F36}" presName="space" presStyleCnt="0"/>
      <dgm:spPr/>
    </dgm:pt>
    <dgm:pt modelId="{BD7DB4A9-638B-4A1D-9BC9-C2B67C487008}" type="pres">
      <dgm:prSet presAssocID="{D9368674-CC16-4094-97E2-B66B658D1036}" presName="composite" presStyleCnt="0"/>
      <dgm:spPr/>
    </dgm:pt>
    <dgm:pt modelId="{F8D63B37-7F41-41F3-91FB-3A7907CBA48D}" type="pres">
      <dgm:prSet presAssocID="{D9368674-CC16-4094-97E2-B66B658D10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F2BDD46-7125-4700-BDF9-533CE779C5D8}" type="pres">
      <dgm:prSet presAssocID="{D9368674-CC16-4094-97E2-B66B658D10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D997D06-051F-4B0A-A2B9-AFE3D4C23719}" type="presOf" srcId="{478A4BBE-0BA0-411C-BAD1-F4F5806A8B90}" destId="{5AB02356-876D-4ED9-8B31-790BBB7AE6CB}" srcOrd="0" destOrd="0" presId="urn:microsoft.com/office/officeart/2005/8/layout/hList1"/>
    <dgm:cxn modelId="{BE0F4A1C-9CCE-4B93-84D5-3A9C8817E57E}" type="presOf" srcId="{2523E3BB-83F3-4F07-93B2-D34CDF8BB1C1}" destId="{39AB6D78-6172-4CA3-B9C2-DAE2AFB63533}" srcOrd="0" destOrd="0" presId="urn:microsoft.com/office/officeart/2005/8/layout/hList1"/>
    <dgm:cxn modelId="{C59E1924-FA04-4B39-89D6-4D4094B3DA99}" srcId="{2523E3BB-83F3-4F07-93B2-D34CDF8BB1C1}" destId="{CC71C7F2-0B52-4704-8CD2-C68D16443A47}" srcOrd="1" destOrd="0" parTransId="{9B1C7D3D-9C92-453B-873C-D25A42364520}" sibTransId="{90783957-84CA-4F63-A031-75EE6D585FC3}"/>
    <dgm:cxn modelId="{98634C2A-46F6-4930-ACFE-17BAC8FA3709}" srcId="{3B12A68C-7AE1-455A-B01B-F01677930630}" destId="{D9368674-CC16-4094-97E2-B66B658D1036}" srcOrd="2" destOrd="0" parTransId="{5020ED81-F75E-4A2D-B8A9-7B5D925D1782}" sibTransId="{07A0DA49-1666-43CD-B82A-B5CC0EDA79C9}"/>
    <dgm:cxn modelId="{B50E9B2C-49C4-40B9-94C5-00E91E97E903}" type="presOf" srcId="{CC71C7F2-0B52-4704-8CD2-C68D16443A47}" destId="{5AB02356-876D-4ED9-8B31-790BBB7AE6CB}" srcOrd="0" destOrd="1" presId="urn:microsoft.com/office/officeart/2005/8/layout/hList1"/>
    <dgm:cxn modelId="{722A8E32-2E51-43AB-9F4E-E31EB676DDE7}" type="presOf" srcId="{DB3933D3-B24A-4396-8B6E-086C3BB0E78E}" destId="{FF1DF26C-1D07-4584-881C-0939C6709556}" srcOrd="0" destOrd="0" presId="urn:microsoft.com/office/officeart/2005/8/layout/hList1"/>
    <dgm:cxn modelId="{4052746C-8D1E-45E2-B4AA-741084F5A806}" srcId="{DB3933D3-B24A-4396-8B6E-086C3BB0E78E}" destId="{86C088B8-3371-4F1E-8617-919C2ABB99CE}" srcOrd="0" destOrd="0" parTransId="{22130531-44F9-47D4-A4C8-07D913EB7BC8}" sibTransId="{0C9D9AFA-06D5-4A77-9397-7B8BA21F8531}"/>
    <dgm:cxn modelId="{F242EA54-6500-421B-9D52-DEC6BA6117E0}" srcId="{D9368674-CC16-4094-97E2-B66B658D1036}" destId="{6D0FFFF8-CA80-4851-8897-3750928BB5F6}" srcOrd="1" destOrd="0" parTransId="{08155A26-55D2-4BB5-B32C-0BCB495403C0}" sibTransId="{BB9DFEA4-C0E7-49BF-A40D-4C4947E8280F}"/>
    <dgm:cxn modelId="{68232559-F4FD-494F-9A6C-E6D681848BD9}" type="presOf" srcId="{3B12A68C-7AE1-455A-B01B-F01677930630}" destId="{1154B8CB-92C6-4329-982D-5D627FE9CB53}" srcOrd="0" destOrd="0" presId="urn:microsoft.com/office/officeart/2005/8/layout/hList1"/>
    <dgm:cxn modelId="{16D2707C-6316-4CE3-AB35-A818F5224557}" type="presOf" srcId="{86C088B8-3371-4F1E-8617-919C2ABB99CE}" destId="{EBE9209A-5682-4878-B243-AEB0E36DF2E0}" srcOrd="0" destOrd="0" presId="urn:microsoft.com/office/officeart/2005/8/layout/hList1"/>
    <dgm:cxn modelId="{38CCB781-CC62-4ED0-8F78-E31F4946BE6D}" type="presOf" srcId="{739E6DB9-D31A-42B3-992B-2104DD749BC0}" destId="{7F2BDD46-7125-4700-BDF9-533CE779C5D8}" srcOrd="0" destOrd="0" presId="urn:microsoft.com/office/officeart/2005/8/layout/hList1"/>
    <dgm:cxn modelId="{507DFA82-7BA9-4FBD-9944-226F5792159A}" srcId="{D9368674-CC16-4094-97E2-B66B658D1036}" destId="{739E6DB9-D31A-42B3-992B-2104DD749BC0}" srcOrd="0" destOrd="0" parTransId="{B63CC291-7D1B-478F-BF74-7CF9F192E171}" sibTransId="{F6660FCD-CC78-40CB-B32F-C6DFB8B4A235}"/>
    <dgm:cxn modelId="{00472FA0-A3E1-40D5-84BD-6FBE2103CAA9}" srcId="{2523E3BB-83F3-4F07-93B2-D34CDF8BB1C1}" destId="{478A4BBE-0BA0-411C-BAD1-F4F5806A8B90}" srcOrd="0" destOrd="0" parTransId="{FA1FD404-CEEF-4398-988C-152DF3D6353B}" sibTransId="{F324E2D9-6D8B-49E8-989F-4A72472C099C}"/>
    <dgm:cxn modelId="{856430A1-773E-4998-84A2-A72FFCD2EFAA}" srcId="{3B12A68C-7AE1-455A-B01B-F01677930630}" destId="{2523E3BB-83F3-4F07-93B2-D34CDF8BB1C1}" srcOrd="0" destOrd="0" parTransId="{AC06FCF1-DF34-41FD-94B7-6A6718FCAB32}" sibTransId="{48745508-C8E1-4412-BB2B-01B06A16C0CC}"/>
    <dgm:cxn modelId="{2691F9A2-6289-482A-9196-F70F41E1CB04}" type="presOf" srcId="{6D0FFFF8-CA80-4851-8897-3750928BB5F6}" destId="{7F2BDD46-7125-4700-BDF9-533CE779C5D8}" srcOrd="0" destOrd="1" presId="urn:microsoft.com/office/officeart/2005/8/layout/hList1"/>
    <dgm:cxn modelId="{316DFCAC-3A98-4F2D-9DE0-D2A25B6EF449}" srcId="{DB3933D3-B24A-4396-8B6E-086C3BB0E78E}" destId="{03C8891B-E148-41B7-AAC2-01AA08C5FE23}" srcOrd="1" destOrd="0" parTransId="{9335A80A-555C-4989-B47D-A08220B57342}" sibTransId="{FAAED83B-B50C-477C-A505-1F3F24FFD827}"/>
    <dgm:cxn modelId="{470545B9-11D9-4351-8680-BA35DA5AAC5A}" type="presOf" srcId="{D9368674-CC16-4094-97E2-B66B658D1036}" destId="{F8D63B37-7F41-41F3-91FB-3A7907CBA48D}" srcOrd="0" destOrd="0" presId="urn:microsoft.com/office/officeart/2005/8/layout/hList1"/>
    <dgm:cxn modelId="{C544B7C7-0DDB-433D-9AFC-885A15CA2CFF}" type="presOf" srcId="{03C8891B-E148-41B7-AAC2-01AA08C5FE23}" destId="{EBE9209A-5682-4878-B243-AEB0E36DF2E0}" srcOrd="0" destOrd="1" presId="urn:microsoft.com/office/officeart/2005/8/layout/hList1"/>
    <dgm:cxn modelId="{104C0DE6-1F64-44B7-BD84-CEF3E431DD71}" srcId="{3B12A68C-7AE1-455A-B01B-F01677930630}" destId="{DB3933D3-B24A-4396-8B6E-086C3BB0E78E}" srcOrd="1" destOrd="0" parTransId="{A6A6B818-A1F9-4D57-BB8E-3197F2A2933B}" sibTransId="{0DABB348-1DC7-4804-92C2-671A0AA77F36}"/>
    <dgm:cxn modelId="{F970F32B-A2EF-4826-B011-D6B24A95EFA4}" type="presParOf" srcId="{1154B8CB-92C6-4329-982D-5D627FE9CB53}" destId="{8453DB8E-1055-4504-992A-2B84E2DC22B3}" srcOrd="0" destOrd="0" presId="urn:microsoft.com/office/officeart/2005/8/layout/hList1"/>
    <dgm:cxn modelId="{709EB0F8-EE11-4803-BF33-972BEACC8023}" type="presParOf" srcId="{8453DB8E-1055-4504-992A-2B84E2DC22B3}" destId="{39AB6D78-6172-4CA3-B9C2-DAE2AFB63533}" srcOrd="0" destOrd="0" presId="urn:microsoft.com/office/officeart/2005/8/layout/hList1"/>
    <dgm:cxn modelId="{F8C0B265-3AFD-4EB4-9AE1-866C376E3F19}" type="presParOf" srcId="{8453DB8E-1055-4504-992A-2B84E2DC22B3}" destId="{5AB02356-876D-4ED9-8B31-790BBB7AE6CB}" srcOrd="1" destOrd="0" presId="urn:microsoft.com/office/officeart/2005/8/layout/hList1"/>
    <dgm:cxn modelId="{DFDD5738-4EC7-403A-84E2-66F2EC7D3044}" type="presParOf" srcId="{1154B8CB-92C6-4329-982D-5D627FE9CB53}" destId="{92964614-6612-4774-A527-E498D885FD48}" srcOrd="1" destOrd="0" presId="urn:microsoft.com/office/officeart/2005/8/layout/hList1"/>
    <dgm:cxn modelId="{4503B283-7C4B-4399-BE96-5F2A46FC282E}" type="presParOf" srcId="{1154B8CB-92C6-4329-982D-5D627FE9CB53}" destId="{835402C1-DF36-40FF-8D8C-CE2135EB7B5D}" srcOrd="2" destOrd="0" presId="urn:microsoft.com/office/officeart/2005/8/layout/hList1"/>
    <dgm:cxn modelId="{AC01DC99-3512-49BF-8FB9-B4BA7EE92CA1}" type="presParOf" srcId="{835402C1-DF36-40FF-8D8C-CE2135EB7B5D}" destId="{FF1DF26C-1D07-4584-881C-0939C6709556}" srcOrd="0" destOrd="0" presId="urn:microsoft.com/office/officeart/2005/8/layout/hList1"/>
    <dgm:cxn modelId="{7EECD3AC-A8D0-40F1-B236-C9C9128521F0}" type="presParOf" srcId="{835402C1-DF36-40FF-8D8C-CE2135EB7B5D}" destId="{EBE9209A-5682-4878-B243-AEB0E36DF2E0}" srcOrd="1" destOrd="0" presId="urn:microsoft.com/office/officeart/2005/8/layout/hList1"/>
    <dgm:cxn modelId="{6DA51D47-F4A7-47E5-BBC1-A60E208139E4}" type="presParOf" srcId="{1154B8CB-92C6-4329-982D-5D627FE9CB53}" destId="{70A7A524-BB25-458B-8C11-A1CB60AE3ED5}" srcOrd="3" destOrd="0" presId="urn:microsoft.com/office/officeart/2005/8/layout/hList1"/>
    <dgm:cxn modelId="{B1721CD7-854D-4FFE-9D95-D196387F5C2A}" type="presParOf" srcId="{1154B8CB-92C6-4329-982D-5D627FE9CB53}" destId="{BD7DB4A9-638B-4A1D-9BC9-C2B67C487008}" srcOrd="4" destOrd="0" presId="urn:microsoft.com/office/officeart/2005/8/layout/hList1"/>
    <dgm:cxn modelId="{1C1E858A-ACF8-4C80-BA7E-C6F3A2630274}" type="presParOf" srcId="{BD7DB4A9-638B-4A1D-9BC9-C2B67C487008}" destId="{F8D63B37-7F41-41F3-91FB-3A7907CBA48D}" srcOrd="0" destOrd="0" presId="urn:microsoft.com/office/officeart/2005/8/layout/hList1"/>
    <dgm:cxn modelId="{E490DDFA-F51F-4CAB-8F47-D21A7EC21628}" type="presParOf" srcId="{BD7DB4A9-638B-4A1D-9BC9-C2B67C487008}" destId="{7F2BDD46-7125-4700-BDF9-533CE779C5D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CF5701-2B67-4994-B33A-66AE80D5DDF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50DFF5AB-45E0-4740-9A0E-37378B50DC0A}">
      <dgm:prSet phldrT="[テキスト]"/>
      <dgm:spPr/>
      <dgm:t>
        <a:bodyPr/>
        <a:lstStyle/>
        <a:p>
          <a:r>
            <a:rPr kumimoji="1" lang="ja-JP" altLang="en-US" b="1" dirty="0">
              <a:solidFill>
                <a:schemeClr val="tx1"/>
              </a:solidFill>
            </a:rPr>
            <a:t>理念への共感</a:t>
          </a:r>
          <a:r>
            <a:rPr kumimoji="1" lang="en-US" altLang="ja-JP" b="1" dirty="0">
              <a:solidFill>
                <a:schemeClr val="tx1"/>
              </a:solidFill>
            </a:rPr>
            <a:t>	</a:t>
          </a:r>
          <a:endParaRPr kumimoji="1" lang="ja-JP" altLang="en-US" b="1" dirty="0">
            <a:solidFill>
              <a:schemeClr val="tx1"/>
            </a:solidFill>
          </a:endParaRPr>
        </a:p>
      </dgm:t>
    </dgm:pt>
    <dgm:pt modelId="{83BE10A6-23A6-4035-B6FC-62B6F88CA50F}" type="parTrans" cxnId="{9A38151D-9599-41E5-BF3F-ECD2CF83DF70}">
      <dgm:prSet/>
      <dgm:spPr/>
      <dgm:t>
        <a:bodyPr/>
        <a:lstStyle/>
        <a:p>
          <a:endParaRPr kumimoji="1" lang="ja-JP" altLang="en-US"/>
        </a:p>
      </dgm:t>
    </dgm:pt>
    <dgm:pt modelId="{C078414F-3EFE-4A41-A3B4-04DDFAF6AFE7}" type="sibTrans" cxnId="{9A38151D-9599-41E5-BF3F-ECD2CF83DF70}">
      <dgm:prSet/>
      <dgm:spPr/>
      <dgm:t>
        <a:bodyPr/>
        <a:lstStyle/>
        <a:p>
          <a:endParaRPr kumimoji="1" lang="ja-JP" altLang="en-US"/>
        </a:p>
      </dgm:t>
    </dgm:pt>
    <dgm:pt modelId="{9490CAD3-57DD-4204-92C9-395F4958B1FB}">
      <dgm:prSet phldrT="[テキスト]"/>
      <dgm:spPr/>
      <dgm:t>
        <a:bodyPr/>
        <a:lstStyle/>
        <a:p>
          <a:r>
            <a:rPr kumimoji="1" lang="ja-JP" altLang="en-US" dirty="0"/>
            <a:t>生まれた環境による機会格差を実感</a:t>
          </a:r>
        </a:p>
      </dgm:t>
    </dgm:pt>
    <dgm:pt modelId="{10A0D4D0-3354-49AF-9C93-157BEFA125AF}" type="parTrans" cxnId="{8459143F-2B42-4253-93FB-1F7428A54802}">
      <dgm:prSet/>
      <dgm:spPr/>
      <dgm:t>
        <a:bodyPr/>
        <a:lstStyle/>
        <a:p>
          <a:endParaRPr kumimoji="1" lang="ja-JP" altLang="en-US"/>
        </a:p>
      </dgm:t>
    </dgm:pt>
    <dgm:pt modelId="{E82214A8-FA56-4E91-B243-1905E9B217D0}" type="sibTrans" cxnId="{8459143F-2B42-4253-93FB-1F7428A54802}">
      <dgm:prSet/>
      <dgm:spPr/>
      <dgm:t>
        <a:bodyPr/>
        <a:lstStyle/>
        <a:p>
          <a:endParaRPr kumimoji="1" lang="ja-JP" altLang="en-US"/>
        </a:p>
      </dgm:t>
    </dgm:pt>
    <dgm:pt modelId="{3B7D719D-193E-429D-BC9F-859B2671B087}">
      <dgm:prSet phldrT="[テキスト]"/>
      <dgm:spPr/>
      <dgm:t>
        <a:bodyPr/>
        <a:lstStyle/>
        <a:p>
          <a:r>
            <a:rPr kumimoji="1" lang="ja-JP" altLang="en-US" b="1" dirty="0">
              <a:solidFill>
                <a:schemeClr val="tx1"/>
              </a:solidFill>
            </a:rPr>
            <a:t>即戦力スキル・経験</a:t>
          </a:r>
        </a:p>
      </dgm:t>
    </dgm:pt>
    <dgm:pt modelId="{CFE79172-20B6-41FB-8C79-0DFE6C5FFA3E}" type="parTrans" cxnId="{4E7AF004-B78C-43D1-A6D5-937CAEE75129}">
      <dgm:prSet/>
      <dgm:spPr/>
      <dgm:t>
        <a:bodyPr/>
        <a:lstStyle/>
        <a:p>
          <a:endParaRPr kumimoji="1" lang="ja-JP" altLang="en-US"/>
        </a:p>
      </dgm:t>
    </dgm:pt>
    <dgm:pt modelId="{9D3A8AB9-EE39-4A2D-BAD4-369D8642E4DA}" type="sibTrans" cxnId="{4E7AF004-B78C-43D1-A6D5-937CAEE75129}">
      <dgm:prSet/>
      <dgm:spPr/>
      <dgm:t>
        <a:bodyPr/>
        <a:lstStyle/>
        <a:p>
          <a:endParaRPr kumimoji="1" lang="ja-JP" altLang="en-US"/>
        </a:p>
      </dgm:t>
    </dgm:pt>
    <dgm:pt modelId="{1D848E47-FDDC-4F43-8323-8712EDBD2092}">
      <dgm:prSet phldrT="[テキスト]"/>
      <dgm:spPr/>
      <dgm:t>
        <a:bodyPr/>
        <a:lstStyle/>
        <a:p>
          <a:r>
            <a:rPr kumimoji="1" lang="ja-JP" altLang="en-US" dirty="0"/>
            <a:t>道内各ＪＡ経営層や連合会との人脈</a:t>
          </a:r>
        </a:p>
      </dgm:t>
    </dgm:pt>
    <dgm:pt modelId="{DF330676-FC6D-42A4-B466-56A80F60CDC1}" type="parTrans" cxnId="{F912C85E-1440-43A6-A33D-350DB051AAC7}">
      <dgm:prSet/>
      <dgm:spPr/>
      <dgm:t>
        <a:bodyPr/>
        <a:lstStyle/>
        <a:p>
          <a:endParaRPr kumimoji="1" lang="ja-JP" altLang="en-US"/>
        </a:p>
      </dgm:t>
    </dgm:pt>
    <dgm:pt modelId="{B74C6D38-6BDC-47FF-ACB1-145F0B9E39FC}" type="sibTrans" cxnId="{F912C85E-1440-43A6-A33D-350DB051AAC7}">
      <dgm:prSet/>
      <dgm:spPr/>
      <dgm:t>
        <a:bodyPr/>
        <a:lstStyle/>
        <a:p>
          <a:endParaRPr kumimoji="1" lang="ja-JP" altLang="en-US"/>
        </a:p>
      </dgm:t>
    </dgm:pt>
    <dgm:pt modelId="{41C42B78-7D09-4109-ADDC-FF97FF4E2131}">
      <dgm:prSet phldrT="[テキスト]"/>
      <dgm:spPr/>
      <dgm:t>
        <a:bodyPr/>
        <a:lstStyle/>
        <a:p>
          <a:r>
            <a:rPr kumimoji="1" lang="ja-JP" altLang="en-US" dirty="0"/>
            <a:t>知的障害を持つ息子</a:t>
          </a:r>
        </a:p>
      </dgm:t>
    </dgm:pt>
    <dgm:pt modelId="{8FCF2117-7A31-45FB-868C-2406BCAF75D3}" type="parTrans" cxnId="{A4416CFC-4D27-4949-B494-298FA27692CD}">
      <dgm:prSet/>
      <dgm:spPr/>
      <dgm:t>
        <a:bodyPr/>
        <a:lstStyle/>
        <a:p>
          <a:endParaRPr kumimoji="1" lang="ja-JP" altLang="en-US"/>
        </a:p>
      </dgm:t>
    </dgm:pt>
    <dgm:pt modelId="{9CFCC219-EEEA-46B7-821B-9768E63B45A7}" type="sibTrans" cxnId="{A4416CFC-4D27-4949-B494-298FA27692CD}">
      <dgm:prSet/>
      <dgm:spPr/>
      <dgm:t>
        <a:bodyPr/>
        <a:lstStyle/>
        <a:p>
          <a:endParaRPr kumimoji="1" lang="ja-JP" altLang="en-US"/>
        </a:p>
      </dgm:t>
    </dgm:pt>
    <dgm:pt modelId="{02F41484-8525-45F4-83E7-825EF2BD5317}">
      <dgm:prSet phldrT="[テキスト]"/>
      <dgm:spPr/>
      <dgm:t>
        <a:bodyPr/>
        <a:lstStyle/>
        <a:p>
          <a:r>
            <a:rPr kumimoji="1" lang="ja-JP" altLang="en-US" dirty="0"/>
            <a:t>子どもの将来への不安</a:t>
          </a:r>
        </a:p>
      </dgm:t>
    </dgm:pt>
    <dgm:pt modelId="{68F2F7EB-3C11-4A76-8B22-EF96D486F655}" type="parTrans" cxnId="{D5F15227-CDD7-4BF7-82CE-B84103F730BB}">
      <dgm:prSet/>
      <dgm:spPr/>
    </dgm:pt>
    <dgm:pt modelId="{5E9874A3-1296-4350-9E14-9691FA8755BA}" type="sibTrans" cxnId="{D5F15227-CDD7-4BF7-82CE-B84103F730BB}">
      <dgm:prSet/>
      <dgm:spPr/>
    </dgm:pt>
    <dgm:pt modelId="{76681444-1036-41F6-BD2A-F8B17676F6B4}">
      <dgm:prSet phldrT="[テキスト]"/>
      <dgm:spPr/>
      <dgm:t>
        <a:bodyPr/>
        <a:lstStyle/>
        <a:p>
          <a:r>
            <a:rPr kumimoji="1" lang="ja-JP" altLang="en-US" dirty="0"/>
            <a:t>一次産業組織の意思決定プロセスを理解</a:t>
          </a:r>
        </a:p>
      </dgm:t>
    </dgm:pt>
    <dgm:pt modelId="{2BDE8301-1806-42AD-91DF-16FBAE851276}" type="parTrans" cxnId="{8FF4E8BF-1A0E-4835-8E01-A01240735FBF}">
      <dgm:prSet/>
      <dgm:spPr/>
    </dgm:pt>
    <dgm:pt modelId="{F18D7D3F-1F77-432D-949F-631E7484CD96}" type="sibTrans" cxnId="{8FF4E8BF-1A0E-4835-8E01-A01240735FBF}">
      <dgm:prSet/>
      <dgm:spPr/>
    </dgm:pt>
    <dgm:pt modelId="{35768F36-7A56-4CE5-99D3-A2DA138ADB17}">
      <dgm:prSet phldrT="[テキスト]"/>
      <dgm:spPr/>
      <dgm:t>
        <a:bodyPr/>
        <a:lstStyle/>
        <a:p>
          <a:r>
            <a:rPr kumimoji="1" lang="ja-JP" altLang="en-US" dirty="0"/>
            <a:t>異なるステークホルダーを巻き込み地域課題解決の経験</a:t>
          </a:r>
        </a:p>
      </dgm:t>
    </dgm:pt>
    <dgm:pt modelId="{4D16181B-5D00-4E86-B36F-E2C7179EB6D3}" type="parTrans" cxnId="{B85223D1-0B1E-4EF5-B9D9-FFE922CFBFD3}">
      <dgm:prSet/>
      <dgm:spPr/>
    </dgm:pt>
    <dgm:pt modelId="{3FF0ADC0-E074-4E92-B541-B90A77AE8ED6}" type="sibTrans" cxnId="{B85223D1-0B1E-4EF5-B9D9-FFE922CFBFD3}">
      <dgm:prSet/>
      <dgm:spPr/>
    </dgm:pt>
    <dgm:pt modelId="{977A6645-85F8-4E1D-AF88-0D25D08F21B3}" type="pres">
      <dgm:prSet presAssocID="{43CF5701-2B67-4994-B33A-66AE80D5DDF7}" presName="Name0" presStyleCnt="0">
        <dgm:presLayoutVars>
          <dgm:dir/>
          <dgm:animLvl val="lvl"/>
          <dgm:resizeHandles val="exact"/>
        </dgm:presLayoutVars>
      </dgm:prSet>
      <dgm:spPr/>
    </dgm:pt>
    <dgm:pt modelId="{94D9EBA8-009F-4E01-A2F2-8C75CBC746ED}" type="pres">
      <dgm:prSet presAssocID="{50DFF5AB-45E0-4740-9A0E-37378B50DC0A}" presName="composite" presStyleCnt="0"/>
      <dgm:spPr/>
    </dgm:pt>
    <dgm:pt modelId="{254C7322-A8D7-473E-957E-DB84F6D906CC}" type="pres">
      <dgm:prSet presAssocID="{50DFF5AB-45E0-4740-9A0E-37378B50DC0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4B96700-448E-4E9C-A670-150DCAB8C43D}" type="pres">
      <dgm:prSet presAssocID="{50DFF5AB-45E0-4740-9A0E-37378B50DC0A}" presName="desTx" presStyleLbl="alignAccFollowNode1" presStyleIdx="0" presStyleCnt="2">
        <dgm:presLayoutVars>
          <dgm:bulletEnabled val="1"/>
        </dgm:presLayoutVars>
      </dgm:prSet>
      <dgm:spPr/>
    </dgm:pt>
    <dgm:pt modelId="{10B72D24-F546-4CB5-A17A-A455A935BB76}" type="pres">
      <dgm:prSet presAssocID="{C078414F-3EFE-4A41-A3B4-04DDFAF6AFE7}" presName="space" presStyleCnt="0"/>
      <dgm:spPr/>
    </dgm:pt>
    <dgm:pt modelId="{7D5AAB9B-BF4B-4FBC-8EBB-AC103126195B}" type="pres">
      <dgm:prSet presAssocID="{3B7D719D-193E-429D-BC9F-859B2671B087}" presName="composite" presStyleCnt="0"/>
      <dgm:spPr/>
    </dgm:pt>
    <dgm:pt modelId="{A59D234C-0AE9-471F-BAC9-3035E8A6CC65}" type="pres">
      <dgm:prSet presAssocID="{3B7D719D-193E-429D-BC9F-859B2671B08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1A614C8-F3B6-4B08-AFD7-5242A2830FA6}" type="pres">
      <dgm:prSet presAssocID="{3B7D719D-193E-429D-BC9F-859B2671B08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4A95F01-43E3-4E6D-BE29-7457F6D076E5}" type="presOf" srcId="{43CF5701-2B67-4994-B33A-66AE80D5DDF7}" destId="{977A6645-85F8-4E1D-AF88-0D25D08F21B3}" srcOrd="0" destOrd="0" presId="urn:microsoft.com/office/officeart/2005/8/layout/hList1"/>
    <dgm:cxn modelId="{4E7AF004-B78C-43D1-A6D5-937CAEE75129}" srcId="{43CF5701-2B67-4994-B33A-66AE80D5DDF7}" destId="{3B7D719D-193E-429D-BC9F-859B2671B087}" srcOrd="1" destOrd="0" parTransId="{CFE79172-20B6-41FB-8C79-0DFE6C5FFA3E}" sibTransId="{9D3A8AB9-EE39-4A2D-BAD4-369D8642E4DA}"/>
    <dgm:cxn modelId="{08E87106-E238-4EB2-A330-167793E7A0FC}" type="presOf" srcId="{3B7D719D-193E-429D-BC9F-859B2671B087}" destId="{A59D234C-0AE9-471F-BAC9-3035E8A6CC65}" srcOrd="0" destOrd="0" presId="urn:microsoft.com/office/officeart/2005/8/layout/hList1"/>
    <dgm:cxn modelId="{4A006E0F-A290-4883-98C3-D7007407EB49}" type="presOf" srcId="{02F41484-8525-45F4-83E7-825EF2BD5317}" destId="{34B96700-448E-4E9C-A670-150DCAB8C43D}" srcOrd="0" destOrd="2" presId="urn:microsoft.com/office/officeart/2005/8/layout/hList1"/>
    <dgm:cxn modelId="{9A38151D-9599-41E5-BF3F-ECD2CF83DF70}" srcId="{43CF5701-2B67-4994-B33A-66AE80D5DDF7}" destId="{50DFF5AB-45E0-4740-9A0E-37378B50DC0A}" srcOrd="0" destOrd="0" parTransId="{83BE10A6-23A6-4035-B6FC-62B6F88CA50F}" sibTransId="{C078414F-3EFE-4A41-A3B4-04DDFAF6AFE7}"/>
    <dgm:cxn modelId="{D5F15227-CDD7-4BF7-82CE-B84103F730BB}" srcId="{9490CAD3-57DD-4204-92C9-395F4958B1FB}" destId="{02F41484-8525-45F4-83E7-825EF2BD5317}" srcOrd="1" destOrd="0" parTransId="{68F2F7EB-3C11-4A76-8B22-EF96D486F655}" sibTransId="{5E9874A3-1296-4350-9E14-9691FA8755BA}"/>
    <dgm:cxn modelId="{8459143F-2B42-4253-93FB-1F7428A54802}" srcId="{50DFF5AB-45E0-4740-9A0E-37378B50DC0A}" destId="{9490CAD3-57DD-4204-92C9-395F4958B1FB}" srcOrd="0" destOrd="0" parTransId="{10A0D4D0-3354-49AF-9C93-157BEFA125AF}" sibTransId="{E82214A8-FA56-4E91-B243-1905E9B217D0}"/>
    <dgm:cxn modelId="{F912C85E-1440-43A6-A33D-350DB051AAC7}" srcId="{3B7D719D-193E-429D-BC9F-859B2671B087}" destId="{1D848E47-FDDC-4F43-8323-8712EDBD2092}" srcOrd="0" destOrd="0" parTransId="{DF330676-FC6D-42A4-B466-56A80F60CDC1}" sibTransId="{B74C6D38-6BDC-47FF-ACB1-145F0B9E39FC}"/>
    <dgm:cxn modelId="{0E4CA768-7A5D-4B8C-A494-D87797C9C7D7}" type="presOf" srcId="{41C42B78-7D09-4109-ADDC-FF97FF4E2131}" destId="{34B96700-448E-4E9C-A670-150DCAB8C43D}" srcOrd="0" destOrd="1" presId="urn:microsoft.com/office/officeart/2005/8/layout/hList1"/>
    <dgm:cxn modelId="{F0C4A672-29CA-4D9D-9211-847DF73ECBA1}" type="presOf" srcId="{1D848E47-FDDC-4F43-8323-8712EDBD2092}" destId="{71A614C8-F3B6-4B08-AFD7-5242A2830FA6}" srcOrd="0" destOrd="0" presId="urn:microsoft.com/office/officeart/2005/8/layout/hList1"/>
    <dgm:cxn modelId="{D2B96885-CDAE-48D6-A9CA-08E2A6A83D31}" type="presOf" srcId="{9490CAD3-57DD-4204-92C9-395F4958B1FB}" destId="{34B96700-448E-4E9C-A670-150DCAB8C43D}" srcOrd="0" destOrd="0" presId="urn:microsoft.com/office/officeart/2005/8/layout/hList1"/>
    <dgm:cxn modelId="{CEBE8E86-8D19-4DBD-B403-0315FBC4FF6B}" type="presOf" srcId="{50DFF5AB-45E0-4740-9A0E-37378B50DC0A}" destId="{254C7322-A8D7-473E-957E-DB84F6D906CC}" srcOrd="0" destOrd="0" presId="urn:microsoft.com/office/officeart/2005/8/layout/hList1"/>
    <dgm:cxn modelId="{8FF4E8BF-1A0E-4835-8E01-A01240735FBF}" srcId="{3B7D719D-193E-429D-BC9F-859B2671B087}" destId="{76681444-1036-41F6-BD2A-F8B17676F6B4}" srcOrd="1" destOrd="0" parTransId="{2BDE8301-1806-42AD-91DF-16FBAE851276}" sibTransId="{F18D7D3F-1F77-432D-949F-631E7484CD96}"/>
    <dgm:cxn modelId="{B85223D1-0B1E-4EF5-B9D9-FFE922CFBFD3}" srcId="{3B7D719D-193E-429D-BC9F-859B2671B087}" destId="{35768F36-7A56-4CE5-99D3-A2DA138ADB17}" srcOrd="2" destOrd="0" parTransId="{4D16181B-5D00-4E86-B36F-E2C7179EB6D3}" sibTransId="{3FF0ADC0-E074-4E92-B541-B90A77AE8ED6}"/>
    <dgm:cxn modelId="{405D65D5-04FF-4C2F-BB5E-5EDB364B7F9A}" type="presOf" srcId="{76681444-1036-41F6-BD2A-F8B17676F6B4}" destId="{71A614C8-F3B6-4B08-AFD7-5242A2830FA6}" srcOrd="0" destOrd="1" presId="urn:microsoft.com/office/officeart/2005/8/layout/hList1"/>
    <dgm:cxn modelId="{588DEFDC-2A34-4243-B7C3-97855290ADA9}" type="presOf" srcId="{35768F36-7A56-4CE5-99D3-A2DA138ADB17}" destId="{71A614C8-F3B6-4B08-AFD7-5242A2830FA6}" srcOrd="0" destOrd="2" presId="urn:microsoft.com/office/officeart/2005/8/layout/hList1"/>
    <dgm:cxn modelId="{A4416CFC-4D27-4949-B494-298FA27692CD}" srcId="{9490CAD3-57DD-4204-92C9-395F4958B1FB}" destId="{41C42B78-7D09-4109-ADDC-FF97FF4E2131}" srcOrd="0" destOrd="0" parTransId="{8FCF2117-7A31-45FB-868C-2406BCAF75D3}" sibTransId="{9CFCC219-EEEA-46B7-821B-9768E63B45A7}"/>
    <dgm:cxn modelId="{EEF4C050-1D8A-4266-8393-4C6050EDEE77}" type="presParOf" srcId="{977A6645-85F8-4E1D-AF88-0D25D08F21B3}" destId="{94D9EBA8-009F-4E01-A2F2-8C75CBC746ED}" srcOrd="0" destOrd="0" presId="urn:microsoft.com/office/officeart/2005/8/layout/hList1"/>
    <dgm:cxn modelId="{1B851427-4133-456C-B12B-7785229A1CCE}" type="presParOf" srcId="{94D9EBA8-009F-4E01-A2F2-8C75CBC746ED}" destId="{254C7322-A8D7-473E-957E-DB84F6D906CC}" srcOrd="0" destOrd="0" presId="urn:microsoft.com/office/officeart/2005/8/layout/hList1"/>
    <dgm:cxn modelId="{96C153DC-5C48-4392-B526-C559458CF166}" type="presParOf" srcId="{94D9EBA8-009F-4E01-A2F2-8C75CBC746ED}" destId="{34B96700-448E-4E9C-A670-150DCAB8C43D}" srcOrd="1" destOrd="0" presId="urn:microsoft.com/office/officeart/2005/8/layout/hList1"/>
    <dgm:cxn modelId="{AF5C3FCF-7E83-4900-A557-1DB9BDBE8255}" type="presParOf" srcId="{977A6645-85F8-4E1D-AF88-0D25D08F21B3}" destId="{10B72D24-F546-4CB5-A17A-A455A935BB76}" srcOrd="1" destOrd="0" presId="urn:microsoft.com/office/officeart/2005/8/layout/hList1"/>
    <dgm:cxn modelId="{1BB99C90-431E-4B89-B214-BD544893D703}" type="presParOf" srcId="{977A6645-85F8-4E1D-AF88-0D25D08F21B3}" destId="{7D5AAB9B-BF4B-4FBC-8EBB-AC103126195B}" srcOrd="2" destOrd="0" presId="urn:microsoft.com/office/officeart/2005/8/layout/hList1"/>
    <dgm:cxn modelId="{D9BC348E-0188-41A1-82FC-26C51CCEA35E}" type="presParOf" srcId="{7D5AAB9B-BF4B-4FBC-8EBB-AC103126195B}" destId="{A59D234C-0AE9-471F-BAC9-3035E8A6CC65}" srcOrd="0" destOrd="0" presId="urn:microsoft.com/office/officeart/2005/8/layout/hList1"/>
    <dgm:cxn modelId="{B23331D2-E566-47D9-8E10-DBDEBB0D676E}" type="presParOf" srcId="{7D5AAB9B-BF4B-4FBC-8EBB-AC103126195B}" destId="{71A614C8-F3B6-4B08-AFD7-5242A2830F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12A68C-7AE1-455A-B01B-F016779306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523E3BB-83F3-4F07-93B2-D34CDF8BB1C1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事業理解</a:t>
          </a:r>
        </a:p>
      </dgm:t>
    </dgm:pt>
    <dgm:pt modelId="{AC06FCF1-DF34-41FD-94B7-6A6718FCAB32}" type="par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8745508-C8E1-4412-BB2B-01B06A16C0CC}" type="sib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78A4BBE-0BA0-411C-BAD1-F4F5806A8B90}">
      <dgm:prSet phldrT="[テキスト]" custT="1"/>
      <dgm:spPr/>
      <dgm:t>
        <a:bodyPr/>
        <a:lstStyle/>
        <a:p>
          <a:r>
            <a:rPr kumimoji="1" lang="ja-JP" altLang="en-US" sz="2000" dirty="0"/>
            <a:t>小売店や保険会社と連携し、廃棄される食品を支援現場へつなぐ</a:t>
          </a:r>
        </a:p>
      </dgm:t>
    </dgm:pt>
    <dgm:pt modelId="{FA1FD404-CEEF-4398-988C-152DF3D6353B}" type="par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F324E2D9-6D8B-49E8-989F-4A72472C099C}" type="sib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DB3933D3-B24A-4396-8B6E-086C3BB0E78E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活かせる経験</a:t>
          </a:r>
        </a:p>
      </dgm:t>
    </dgm:pt>
    <dgm:pt modelId="{A6A6B818-A1F9-4D57-BB8E-3197F2A2933B}" type="par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0DABB348-1DC7-4804-92C2-671A0AA77F36}" type="sib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86C088B8-3371-4F1E-8617-919C2ABB99CE}">
      <dgm:prSet phldrT="[テキスト]" custT="1"/>
      <dgm:spPr/>
      <dgm:t>
        <a:bodyPr/>
        <a:lstStyle/>
        <a:p>
          <a:r>
            <a:rPr kumimoji="1" lang="ja-JP" altLang="en-US" sz="2000" dirty="0"/>
            <a:t>ホクレン商事営業担当経験</a:t>
          </a:r>
        </a:p>
      </dgm:t>
    </dgm:pt>
    <dgm:pt modelId="{22130531-44F9-47D4-A4C8-07D913EB7BC8}" type="par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0C9D9AFA-06D5-4A77-9397-7B8BA21F8531}" type="sib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D9368674-CC16-4094-97E2-B66B658D1036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行動計画</a:t>
          </a:r>
        </a:p>
      </dgm:t>
    </dgm:pt>
    <dgm:pt modelId="{5020ED81-F75E-4A2D-B8A9-7B5D925D1782}" type="par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07A0DA49-1666-43CD-B82A-B5CC0EDA79C9}" type="sib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739E6DB9-D31A-42B3-992B-2104DD749BC0}">
      <dgm:prSet phldrT="[テキスト]" custT="1"/>
      <dgm:spPr/>
      <dgm:t>
        <a:bodyPr/>
        <a:lstStyle/>
        <a:p>
          <a:r>
            <a:rPr kumimoji="1" lang="ja-JP" altLang="en-US" sz="2000" dirty="0"/>
            <a:t>人脈を活かした営業活動と新規開拓</a:t>
          </a:r>
        </a:p>
      </dgm:t>
    </dgm:pt>
    <dgm:pt modelId="{B63CC291-7D1B-478F-BF74-7CF9F192E171}" type="par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F6660FCD-CC78-40CB-B32F-C6DFB8B4A235}" type="sib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98DB2584-FC12-4A8A-ADAE-B41D712AEAE0}">
      <dgm:prSet phldrT="[テキスト]" custT="1"/>
      <dgm:spPr/>
      <dgm:t>
        <a:bodyPr/>
        <a:lstStyle/>
        <a:p>
          <a:r>
            <a:rPr kumimoji="1" lang="ja-JP" altLang="en-US" sz="2000" dirty="0"/>
            <a:t>スーパーでの副業経験</a:t>
          </a:r>
        </a:p>
      </dgm:t>
    </dgm:pt>
    <dgm:pt modelId="{1C0C5861-A020-405F-AAF3-58C5A9B7C8C5}" type="parTrans" cxnId="{41C9F7A5-8E46-419C-A2FC-FF6D6A2AC3A2}">
      <dgm:prSet/>
      <dgm:spPr/>
      <dgm:t>
        <a:bodyPr/>
        <a:lstStyle/>
        <a:p>
          <a:endParaRPr kumimoji="1" lang="ja-JP" altLang="en-US"/>
        </a:p>
      </dgm:t>
    </dgm:pt>
    <dgm:pt modelId="{F39C4394-2798-4B73-B092-D4382B1FD396}" type="sibTrans" cxnId="{41C9F7A5-8E46-419C-A2FC-FF6D6A2AC3A2}">
      <dgm:prSet/>
      <dgm:spPr/>
      <dgm:t>
        <a:bodyPr/>
        <a:lstStyle/>
        <a:p>
          <a:endParaRPr kumimoji="1" lang="ja-JP" altLang="en-US"/>
        </a:p>
      </dgm:t>
    </dgm:pt>
    <dgm:pt modelId="{B1BD963F-462F-417E-B896-9FF3CA6CE42D}">
      <dgm:prSet phldrT="[テキスト]" custT="1"/>
      <dgm:spPr/>
      <dgm:t>
        <a:bodyPr/>
        <a:lstStyle/>
        <a:p>
          <a:r>
            <a:rPr kumimoji="1" lang="ja-JP" altLang="en-US" sz="2000" dirty="0"/>
            <a:t>共栄火災営業担当経験</a:t>
          </a:r>
        </a:p>
      </dgm:t>
    </dgm:pt>
    <dgm:pt modelId="{6CD6F168-003F-4468-B93E-37F585FBAF2C}" type="parTrans" cxnId="{43C485FB-7DA0-4447-B4CA-29AA1A7E528C}">
      <dgm:prSet/>
      <dgm:spPr/>
      <dgm:t>
        <a:bodyPr/>
        <a:lstStyle/>
        <a:p>
          <a:endParaRPr kumimoji="1" lang="ja-JP" altLang="en-US"/>
        </a:p>
      </dgm:t>
    </dgm:pt>
    <dgm:pt modelId="{FD538397-4DF0-436C-AAFC-0A6D5DC529BD}" type="sibTrans" cxnId="{43C485FB-7DA0-4447-B4CA-29AA1A7E528C}">
      <dgm:prSet/>
      <dgm:spPr/>
      <dgm:t>
        <a:bodyPr/>
        <a:lstStyle/>
        <a:p>
          <a:endParaRPr kumimoji="1" lang="ja-JP" altLang="en-US"/>
        </a:p>
      </dgm:t>
    </dgm:pt>
    <dgm:pt modelId="{6C96A379-6E0C-4E27-8766-54A6515748F3}">
      <dgm:prSet phldrT="[テキスト]" custT="1"/>
      <dgm:spPr/>
      <dgm:t>
        <a:bodyPr/>
        <a:lstStyle/>
        <a:p>
          <a:r>
            <a:rPr kumimoji="1" lang="ja-JP" altLang="en-US" sz="2000" dirty="0"/>
            <a:t>不足知識の習得（物流の流れ等）</a:t>
          </a:r>
        </a:p>
      </dgm:t>
    </dgm:pt>
    <dgm:pt modelId="{B66F4FC4-2E5D-4054-A7EA-1E412BF9B46C}" type="parTrans" cxnId="{459DCB6F-304F-4EA1-9160-ADB2C3F60CC5}">
      <dgm:prSet/>
      <dgm:spPr/>
      <dgm:t>
        <a:bodyPr/>
        <a:lstStyle/>
        <a:p>
          <a:endParaRPr kumimoji="1" lang="ja-JP" altLang="en-US"/>
        </a:p>
      </dgm:t>
    </dgm:pt>
    <dgm:pt modelId="{7D136F85-714F-4ED7-B6B2-6E2A265E167A}" type="sibTrans" cxnId="{459DCB6F-304F-4EA1-9160-ADB2C3F60CC5}">
      <dgm:prSet/>
      <dgm:spPr/>
      <dgm:t>
        <a:bodyPr/>
        <a:lstStyle/>
        <a:p>
          <a:endParaRPr kumimoji="1" lang="ja-JP" altLang="en-US"/>
        </a:p>
      </dgm:t>
    </dgm:pt>
    <dgm:pt modelId="{4E03B8E6-B557-42FB-9BC6-88E4DA828A5C}">
      <dgm:prSet phldrT="[テキスト]" custT="1"/>
      <dgm:spPr/>
      <dgm:t>
        <a:bodyPr/>
        <a:lstStyle/>
        <a:p>
          <a:r>
            <a:rPr kumimoji="1" lang="ja-JP" altLang="en-US" sz="2000" dirty="0"/>
            <a:t>北海道での事例を作る！</a:t>
          </a:r>
        </a:p>
      </dgm:t>
    </dgm:pt>
    <dgm:pt modelId="{4D8C1AE7-BBEA-4B3B-BB79-315557D582F7}" type="parTrans" cxnId="{91ACDF0F-5223-4678-89B3-4B5605DB8176}">
      <dgm:prSet/>
      <dgm:spPr/>
      <dgm:t>
        <a:bodyPr/>
        <a:lstStyle/>
        <a:p>
          <a:endParaRPr kumimoji="1" lang="ja-JP" altLang="en-US"/>
        </a:p>
      </dgm:t>
    </dgm:pt>
    <dgm:pt modelId="{E3BD20B9-172E-4F23-B64A-14DBB16C58B8}" type="sibTrans" cxnId="{91ACDF0F-5223-4678-89B3-4B5605DB8176}">
      <dgm:prSet/>
      <dgm:spPr/>
      <dgm:t>
        <a:bodyPr/>
        <a:lstStyle/>
        <a:p>
          <a:endParaRPr kumimoji="1" lang="ja-JP" altLang="en-US"/>
        </a:p>
      </dgm:t>
    </dgm:pt>
    <dgm:pt modelId="{1154B8CB-92C6-4329-982D-5D627FE9CB53}" type="pres">
      <dgm:prSet presAssocID="{3B12A68C-7AE1-455A-B01B-F01677930630}" presName="Name0" presStyleCnt="0">
        <dgm:presLayoutVars>
          <dgm:dir/>
          <dgm:animLvl val="lvl"/>
          <dgm:resizeHandles val="exact"/>
        </dgm:presLayoutVars>
      </dgm:prSet>
      <dgm:spPr/>
    </dgm:pt>
    <dgm:pt modelId="{8453DB8E-1055-4504-992A-2B84E2DC22B3}" type="pres">
      <dgm:prSet presAssocID="{2523E3BB-83F3-4F07-93B2-D34CDF8BB1C1}" presName="composite" presStyleCnt="0"/>
      <dgm:spPr/>
    </dgm:pt>
    <dgm:pt modelId="{39AB6D78-6172-4CA3-B9C2-DAE2AFB63533}" type="pres">
      <dgm:prSet presAssocID="{2523E3BB-83F3-4F07-93B2-D34CDF8BB1C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AB02356-876D-4ED9-8B31-790BBB7AE6CB}" type="pres">
      <dgm:prSet presAssocID="{2523E3BB-83F3-4F07-93B2-D34CDF8BB1C1}" presName="desTx" presStyleLbl="alignAccFollowNode1" presStyleIdx="0" presStyleCnt="3">
        <dgm:presLayoutVars>
          <dgm:bulletEnabled val="1"/>
        </dgm:presLayoutVars>
      </dgm:prSet>
      <dgm:spPr/>
    </dgm:pt>
    <dgm:pt modelId="{92964614-6612-4774-A527-E498D885FD48}" type="pres">
      <dgm:prSet presAssocID="{48745508-C8E1-4412-BB2B-01B06A16C0CC}" presName="space" presStyleCnt="0"/>
      <dgm:spPr/>
    </dgm:pt>
    <dgm:pt modelId="{835402C1-DF36-40FF-8D8C-CE2135EB7B5D}" type="pres">
      <dgm:prSet presAssocID="{DB3933D3-B24A-4396-8B6E-086C3BB0E78E}" presName="composite" presStyleCnt="0"/>
      <dgm:spPr/>
    </dgm:pt>
    <dgm:pt modelId="{FF1DF26C-1D07-4584-881C-0939C6709556}" type="pres">
      <dgm:prSet presAssocID="{DB3933D3-B24A-4396-8B6E-086C3BB0E7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BE9209A-5682-4878-B243-AEB0E36DF2E0}" type="pres">
      <dgm:prSet presAssocID="{DB3933D3-B24A-4396-8B6E-086C3BB0E78E}" presName="desTx" presStyleLbl="alignAccFollowNode1" presStyleIdx="1" presStyleCnt="3">
        <dgm:presLayoutVars>
          <dgm:bulletEnabled val="1"/>
        </dgm:presLayoutVars>
      </dgm:prSet>
      <dgm:spPr/>
    </dgm:pt>
    <dgm:pt modelId="{70A7A524-BB25-458B-8C11-A1CB60AE3ED5}" type="pres">
      <dgm:prSet presAssocID="{0DABB348-1DC7-4804-92C2-671A0AA77F36}" presName="space" presStyleCnt="0"/>
      <dgm:spPr/>
    </dgm:pt>
    <dgm:pt modelId="{BD7DB4A9-638B-4A1D-9BC9-C2B67C487008}" type="pres">
      <dgm:prSet presAssocID="{D9368674-CC16-4094-97E2-B66B658D1036}" presName="composite" presStyleCnt="0"/>
      <dgm:spPr/>
    </dgm:pt>
    <dgm:pt modelId="{F8D63B37-7F41-41F3-91FB-3A7907CBA48D}" type="pres">
      <dgm:prSet presAssocID="{D9368674-CC16-4094-97E2-B66B658D10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F2BDD46-7125-4700-BDF9-533CE779C5D8}" type="pres">
      <dgm:prSet presAssocID="{D9368674-CC16-4094-97E2-B66B658D10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D997D06-051F-4B0A-A2B9-AFE3D4C23719}" type="presOf" srcId="{478A4BBE-0BA0-411C-BAD1-F4F5806A8B90}" destId="{5AB02356-876D-4ED9-8B31-790BBB7AE6CB}" srcOrd="0" destOrd="0" presId="urn:microsoft.com/office/officeart/2005/8/layout/hList1"/>
    <dgm:cxn modelId="{91ACDF0F-5223-4678-89B3-4B5605DB8176}" srcId="{D9368674-CC16-4094-97E2-B66B658D1036}" destId="{4E03B8E6-B557-42FB-9BC6-88E4DA828A5C}" srcOrd="2" destOrd="0" parTransId="{4D8C1AE7-BBEA-4B3B-BB79-315557D582F7}" sibTransId="{E3BD20B9-172E-4F23-B64A-14DBB16C58B8}"/>
    <dgm:cxn modelId="{BE0F4A1C-9CCE-4B93-84D5-3A9C8817E57E}" type="presOf" srcId="{2523E3BB-83F3-4F07-93B2-D34CDF8BB1C1}" destId="{39AB6D78-6172-4CA3-B9C2-DAE2AFB63533}" srcOrd="0" destOrd="0" presId="urn:microsoft.com/office/officeart/2005/8/layout/hList1"/>
    <dgm:cxn modelId="{98634C2A-46F6-4930-ACFE-17BAC8FA3709}" srcId="{3B12A68C-7AE1-455A-B01B-F01677930630}" destId="{D9368674-CC16-4094-97E2-B66B658D1036}" srcOrd="2" destOrd="0" parTransId="{5020ED81-F75E-4A2D-B8A9-7B5D925D1782}" sibTransId="{07A0DA49-1666-43CD-B82A-B5CC0EDA79C9}"/>
    <dgm:cxn modelId="{722A8E32-2E51-43AB-9F4E-E31EB676DDE7}" type="presOf" srcId="{DB3933D3-B24A-4396-8B6E-086C3BB0E78E}" destId="{FF1DF26C-1D07-4584-881C-0939C6709556}" srcOrd="0" destOrd="0" presId="urn:microsoft.com/office/officeart/2005/8/layout/hList1"/>
    <dgm:cxn modelId="{A0B15E4C-E1B5-4CC1-80CC-180BCC47E234}" type="presOf" srcId="{6C96A379-6E0C-4E27-8766-54A6515748F3}" destId="{7F2BDD46-7125-4700-BDF9-533CE779C5D8}" srcOrd="0" destOrd="1" presId="urn:microsoft.com/office/officeart/2005/8/layout/hList1"/>
    <dgm:cxn modelId="{4052746C-8D1E-45E2-B4AA-741084F5A806}" srcId="{DB3933D3-B24A-4396-8B6E-086C3BB0E78E}" destId="{86C088B8-3371-4F1E-8617-919C2ABB99CE}" srcOrd="0" destOrd="0" parTransId="{22130531-44F9-47D4-A4C8-07D913EB7BC8}" sibTransId="{0C9D9AFA-06D5-4A77-9397-7B8BA21F8531}"/>
    <dgm:cxn modelId="{459DCB6F-304F-4EA1-9160-ADB2C3F60CC5}" srcId="{D9368674-CC16-4094-97E2-B66B658D1036}" destId="{6C96A379-6E0C-4E27-8766-54A6515748F3}" srcOrd="1" destOrd="0" parTransId="{B66F4FC4-2E5D-4054-A7EA-1E412BF9B46C}" sibTransId="{7D136F85-714F-4ED7-B6B2-6E2A265E167A}"/>
    <dgm:cxn modelId="{43DA4277-150C-485B-BC07-8AE5DA757EEA}" type="presOf" srcId="{4E03B8E6-B557-42FB-9BC6-88E4DA828A5C}" destId="{7F2BDD46-7125-4700-BDF9-533CE779C5D8}" srcOrd="0" destOrd="2" presId="urn:microsoft.com/office/officeart/2005/8/layout/hList1"/>
    <dgm:cxn modelId="{68232559-F4FD-494F-9A6C-E6D681848BD9}" type="presOf" srcId="{3B12A68C-7AE1-455A-B01B-F01677930630}" destId="{1154B8CB-92C6-4329-982D-5D627FE9CB53}" srcOrd="0" destOrd="0" presId="urn:microsoft.com/office/officeart/2005/8/layout/hList1"/>
    <dgm:cxn modelId="{16D2707C-6316-4CE3-AB35-A818F5224557}" type="presOf" srcId="{86C088B8-3371-4F1E-8617-919C2ABB99CE}" destId="{EBE9209A-5682-4878-B243-AEB0E36DF2E0}" srcOrd="0" destOrd="0" presId="urn:microsoft.com/office/officeart/2005/8/layout/hList1"/>
    <dgm:cxn modelId="{38CCB781-CC62-4ED0-8F78-E31F4946BE6D}" type="presOf" srcId="{739E6DB9-D31A-42B3-992B-2104DD749BC0}" destId="{7F2BDD46-7125-4700-BDF9-533CE779C5D8}" srcOrd="0" destOrd="0" presId="urn:microsoft.com/office/officeart/2005/8/layout/hList1"/>
    <dgm:cxn modelId="{507DFA82-7BA9-4FBD-9944-226F5792159A}" srcId="{D9368674-CC16-4094-97E2-B66B658D1036}" destId="{739E6DB9-D31A-42B3-992B-2104DD749BC0}" srcOrd="0" destOrd="0" parTransId="{B63CC291-7D1B-478F-BF74-7CF9F192E171}" sibTransId="{F6660FCD-CC78-40CB-B32F-C6DFB8B4A235}"/>
    <dgm:cxn modelId="{00472FA0-A3E1-40D5-84BD-6FBE2103CAA9}" srcId="{2523E3BB-83F3-4F07-93B2-D34CDF8BB1C1}" destId="{478A4BBE-0BA0-411C-BAD1-F4F5806A8B90}" srcOrd="0" destOrd="0" parTransId="{FA1FD404-CEEF-4398-988C-152DF3D6353B}" sibTransId="{F324E2D9-6D8B-49E8-989F-4A72472C099C}"/>
    <dgm:cxn modelId="{856430A1-773E-4998-84A2-A72FFCD2EFAA}" srcId="{3B12A68C-7AE1-455A-B01B-F01677930630}" destId="{2523E3BB-83F3-4F07-93B2-D34CDF8BB1C1}" srcOrd="0" destOrd="0" parTransId="{AC06FCF1-DF34-41FD-94B7-6A6718FCAB32}" sibTransId="{48745508-C8E1-4412-BB2B-01B06A16C0CC}"/>
    <dgm:cxn modelId="{41C9F7A5-8E46-419C-A2FC-FF6D6A2AC3A2}" srcId="{DB3933D3-B24A-4396-8B6E-086C3BB0E78E}" destId="{98DB2584-FC12-4A8A-ADAE-B41D712AEAE0}" srcOrd="1" destOrd="0" parTransId="{1C0C5861-A020-405F-AAF3-58C5A9B7C8C5}" sibTransId="{F39C4394-2798-4B73-B092-D4382B1FD396}"/>
    <dgm:cxn modelId="{470545B9-11D9-4351-8680-BA35DA5AAC5A}" type="presOf" srcId="{D9368674-CC16-4094-97E2-B66B658D1036}" destId="{F8D63B37-7F41-41F3-91FB-3A7907CBA48D}" srcOrd="0" destOrd="0" presId="urn:microsoft.com/office/officeart/2005/8/layout/hList1"/>
    <dgm:cxn modelId="{A8877CD5-5244-4912-9EB5-C2C4F4CFCED6}" type="presOf" srcId="{98DB2584-FC12-4A8A-ADAE-B41D712AEAE0}" destId="{EBE9209A-5682-4878-B243-AEB0E36DF2E0}" srcOrd="0" destOrd="1" presId="urn:microsoft.com/office/officeart/2005/8/layout/hList1"/>
    <dgm:cxn modelId="{19CE1FDD-8815-4BEB-9255-0CDB5EEF1DA1}" type="presOf" srcId="{B1BD963F-462F-417E-B896-9FF3CA6CE42D}" destId="{EBE9209A-5682-4878-B243-AEB0E36DF2E0}" srcOrd="0" destOrd="2" presId="urn:microsoft.com/office/officeart/2005/8/layout/hList1"/>
    <dgm:cxn modelId="{104C0DE6-1F64-44B7-BD84-CEF3E431DD71}" srcId="{3B12A68C-7AE1-455A-B01B-F01677930630}" destId="{DB3933D3-B24A-4396-8B6E-086C3BB0E78E}" srcOrd="1" destOrd="0" parTransId="{A6A6B818-A1F9-4D57-BB8E-3197F2A2933B}" sibTransId="{0DABB348-1DC7-4804-92C2-671A0AA77F36}"/>
    <dgm:cxn modelId="{43C485FB-7DA0-4447-B4CA-29AA1A7E528C}" srcId="{DB3933D3-B24A-4396-8B6E-086C3BB0E78E}" destId="{B1BD963F-462F-417E-B896-9FF3CA6CE42D}" srcOrd="2" destOrd="0" parTransId="{6CD6F168-003F-4468-B93E-37F585FBAF2C}" sibTransId="{FD538397-4DF0-436C-AAFC-0A6D5DC529BD}"/>
    <dgm:cxn modelId="{F970F32B-A2EF-4826-B011-D6B24A95EFA4}" type="presParOf" srcId="{1154B8CB-92C6-4329-982D-5D627FE9CB53}" destId="{8453DB8E-1055-4504-992A-2B84E2DC22B3}" srcOrd="0" destOrd="0" presId="urn:microsoft.com/office/officeart/2005/8/layout/hList1"/>
    <dgm:cxn modelId="{709EB0F8-EE11-4803-BF33-972BEACC8023}" type="presParOf" srcId="{8453DB8E-1055-4504-992A-2B84E2DC22B3}" destId="{39AB6D78-6172-4CA3-B9C2-DAE2AFB63533}" srcOrd="0" destOrd="0" presId="urn:microsoft.com/office/officeart/2005/8/layout/hList1"/>
    <dgm:cxn modelId="{F8C0B265-3AFD-4EB4-9AE1-866C376E3F19}" type="presParOf" srcId="{8453DB8E-1055-4504-992A-2B84E2DC22B3}" destId="{5AB02356-876D-4ED9-8B31-790BBB7AE6CB}" srcOrd="1" destOrd="0" presId="urn:microsoft.com/office/officeart/2005/8/layout/hList1"/>
    <dgm:cxn modelId="{DFDD5738-4EC7-403A-84E2-66F2EC7D3044}" type="presParOf" srcId="{1154B8CB-92C6-4329-982D-5D627FE9CB53}" destId="{92964614-6612-4774-A527-E498D885FD48}" srcOrd="1" destOrd="0" presId="urn:microsoft.com/office/officeart/2005/8/layout/hList1"/>
    <dgm:cxn modelId="{4503B283-7C4B-4399-BE96-5F2A46FC282E}" type="presParOf" srcId="{1154B8CB-92C6-4329-982D-5D627FE9CB53}" destId="{835402C1-DF36-40FF-8D8C-CE2135EB7B5D}" srcOrd="2" destOrd="0" presId="urn:microsoft.com/office/officeart/2005/8/layout/hList1"/>
    <dgm:cxn modelId="{AC01DC99-3512-49BF-8FB9-B4BA7EE92CA1}" type="presParOf" srcId="{835402C1-DF36-40FF-8D8C-CE2135EB7B5D}" destId="{FF1DF26C-1D07-4584-881C-0939C6709556}" srcOrd="0" destOrd="0" presId="urn:microsoft.com/office/officeart/2005/8/layout/hList1"/>
    <dgm:cxn modelId="{7EECD3AC-A8D0-40F1-B236-C9C9128521F0}" type="presParOf" srcId="{835402C1-DF36-40FF-8D8C-CE2135EB7B5D}" destId="{EBE9209A-5682-4878-B243-AEB0E36DF2E0}" srcOrd="1" destOrd="0" presId="urn:microsoft.com/office/officeart/2005/8/layout/hList1"/>
    <dgm:cxn modelId="{6DA51D47-F4A7-47E5-BBC1-A60E208139E4}" type="presParOf" srcId="{1154B8CB-92C6-4329-982D-5D627FE9CB53}" destId="{70A7A524-BB25-458B-8C11-A1CB60AE3ED5}" srcOrd="3" destOrd="0" presId="urn:microsoft.com/office/officeart/2005/8/layout/hList1"/>
    <dgm:cxn modelId="{B1721CD7-854D-4FFE-9D95-D196387F5C2A}" type="presParOf" srcId="{1154B8CB-92C6-4329-982D-5D627FE9CB53}" destId="{BD7DB4A9-638B-4A1D-9BC9-C2B67C487008}" srcOrd="4" destOrd="0" presId="urn:microsoft.com/office/officeart/2005/8/layout/hList1"/>
    <dgm:cxn modelId="{1C1E858A-ACF8-4C80-BA7E-C6F3A2630274}" type="presParOf" srcId="{BD7DB4A9-638B-4A1D-9BC9-C2B67C487008}" destId="{F8D63B37-7F41-41F3-91FB-3A7907CBA48D}" srcOrd="0" destOrd="0" presId="urn:microsoft.com/office/officeart/2005/8/layout/hList1"/>
    <dgm:cxn modelId="{E490DDFA-F51F-4CAB-8F47-D21A7EC21628}" type="presParOf" srcId="{BD7DB4A9-638B-4A1D-9BC9-C2B67C487008}" destId="{7F2BDD46-7125-4700-BDF9-533CE779C5D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12A68C-7AE1-455A-B01B-F016779306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523E3BB-83F3-4F07-93B2-D34CDF8BB1C1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事業理解</a:t>
          </a:r>
        </a:p>
      </dgm:t>
    </dgm:pt>
    <dgm:pt modelId="{AC06FCF1-DF34-41FD-94B7-6A6718FCAB32}" type="par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8745508-C8E1-4412-BB2B-01B06A16C0CC}" type="sib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78A4BBE-0BA0-411C-BAD1-F4F5806A8B90}">
      <dgm:prSet phldrT="[テキスト]" custT="1"/>
      <dgm:spPr/>
      <dgm:t>
        <a:bodyPr/>
        <a:lstStyle/>
        <a:p>
          <a:r>
            <a:rPr kumimoji="1" lang="ja-JP" altLang="en-US" sz="2000" dirty="0"/>
            <a:t>企業廃棄物を回収・再生し、資材として再供給する「コスト削減</a:t>
          </a:r>
          <a:r>
            <a:rPr kumimoji="1" lang="en-US" altLang="ja-JP" sz="2000" dirty="0"/>
            <a:t>×</a:t>
          </a:r>
          <a:r>
            <a:rPr kumimoji="1" lang="ja-JP" altLang="en-US" sz="2000" dirty="0"/>
            <a:t>環境貢献」モデル</a:t>
          </a:r>
        </a:p>
      </dgm:t>
    </dgm:pt>
    <dgm:pt modelId="{FA1FD404-CEEF-4398-988C-152DF3D6353B}" type="par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F324E2D9-6D8B-49E8-989F-4A72472C099C}" type="sib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DB3933D3-B24A-4396-8B6E-086C3BB0E78E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活かせる経験</a:t>
          </a:r>
        </a:p>
      </dgm:t>
    </dgm:pt>
    <dgm:pt modelId="{A6A6B818-A1F9-4D57-BB8E-3197F2A2933B}" type="par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0DABB348-1DC7-4804-92C2-671A0AA77F36}" type="sib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86C088B8-3371-4F1E-8617-919C2ABB99CE}">
      <dgm:prSet phldrT="[テキスト]" custT="1"/>
      <dgm:spPr/>
      <dgm:t>
        <a:bodyPr/>
        <a:lstStyle/>
        <a:p>
          <a:r>
            <a:rPr kumimoji="1" lang="ja-JP" altLang="en-US" sz="2000" dirty="0"/>
            <a:t>ＪＡを軸に農業法人や物流、食品会社との業務経験</a:t>
          </a:r>
        </a:p>
      </dgm:t>
    </dgm:pt>
    <dgm:pt modelId="{22130531-44F9-47D4-A4C8-07D913EB7BC8}" type="par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0C9D9AFA-06D5-4A77-9397-7B8BA21F8531}" type="sib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D9368674-CC16-4094-97E2-B66B658D1036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行動計画</a:t>
          </a:r>
        </a:p>
      </dgm:t>
    </dgm:pt>
    <dgm:pt modelId="{5020ED81-F75E-4A2D-B8A9-7B5D925D1782}" type="par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07A0DA49-1666-43CD-B82A-B5CC0EDA79C9}" type="sib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739E6DB9-D31A-42B3-992B-2104DD749BC0}">
      <dgm:prSet phldrT="[テキスト]" custT="1"/>
      <dgm:spPr/>
      <dgm:t>
        <a:bodyPr/>
        <a:lstStyle/>
        <a:p>
          <a:r>
            <a:rPr kumimoji="1" lang="ja-JP" altLang="en-US" sz="2000" dirty="0"/>
            <a:t>人脈を活かした営業先の開拓</a:t>
          </a:r>
        </a:p>
      </dgm:t>
    </dgm:pt>
    <dgm:pt modelId="{B63CC291-7D1B-478F-BF74-7CF9F192E171}" type="par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F6660FCD-CC78-40CB-B32F-C6DFB8B4A235}" type="sib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6D0FFFF8-CA80-4851-8897-3750928BB5F6}">
      <dgm:prSet phldrT="[テキスト]" custT="1"/>
      <dgm:spPr/>
      <dgm:t>
        <a:bodyPr/>
        <a:lstStyle/>
        <a:p>
          <a:r>
            <a:rPr kumimoji="1" lang="ja-JP" altLang="en-US" sz="2000" dirty="0"/>
            <a:t>不足知識の習得（専門知識、物流の流れ等）</a:t>
          </a:r>
        </a:p>
      </dgm:t>
    </dgm:pt>
    <dgm:pt modelId="{08155A26-55D2-4BB5-B32C-0BCB495403C0}" type="parTrans" cxnId="{F242EA54-6500-421B-9D52-DEC6BA6117E0}">
      <dgm:prSet/>
      <dgm:spPr/>
      <dgm:t>
        <a:bodyPr/>
        <a:lstStyle/>
        <a:p>
          <a:endParaRPr kumimoji="1" lang="ja-JP" altLang="en-US"/>
        </a:p>
      </dgm:t>
    </dgm:pt>
    <dgm:pt modelId="{BB9DFEA4-C0E7-49BF-A40D-4C4947E8280F}" type="sibTrans" cxnId="{F242EA54-6500-421B-9D52-DEC6BA6117E0}">
      <dgm:prSet/>
      <dgm:spPr/>
      <dgm:t>
        <a:bodyPr/>
        <a:lstStyle/>
        <a:p>
          <a:endParaRPr kumimoji="1" lang="ja-JP" altLang="en-US"/>
        </a:p>
      </dgm:t>
    </dgm:pt>
    <dgm:pt modelId="{03C8891B-E148-41B7-AAC2-01AA08C5FE23}">
      <dgm:prSet phldrT="[テキスト]" custT="1"/>
      <dgm:spPr/>
      <dgm:t>
        <a:bodyPr/>
        <a:lstStyle/>
        <a:p>
          <a:r>
            <a:rPr kumimoji="1" lang="ja-JP" altLang="en-US" sz="2000" dirty="0"/>
            <a:t>旅行業界の人脈（宿泊・食事・観光・輸送施設等）</a:t>
          </a:r>
        </a:p>
      </dgm:t>
    </dgm:pt>
    <dgm:pt modelId="{9335A80A-555C-4989-B47D-A08220B57342}" type="par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FAAED83B-B50C-477C-A505-1F3F24FFD827}" type="sib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09CA38A8-1C3D-4525-BDB0-3D3606C6BDB7}">
      <dgm:prSet phldrT="[テキスト]" custT="1"/>
      <dgm:spPr/>
      <dgm:t>
        <a:bodyPr/>
        <a:lstStyle/>
        <a:p>
          <a:r>
            <a:rPr kumimoji="1" lang="ja-JP" altLang="en-US" sz="2000" dirty="0"/>
            <a:t>地域課題解決へ向けて合意形成をしてきた経験</a:t>
          </a:r>
        </a:p>
      </dgm:t>
    </dgm:pt>
    <dgm:pt modelId="{638F2952-3DB9-4E8C-A07A-1463D068C430}" type="parTrans" cxnId="{7A19C1B1-E5AC-454A-BEB1-8DAA1997492D}">
      <dgm:prSet/>
      <dgm:spPr/>
      <dgm:t>
        <a:bodyPr/>
        <a:lstStyle/>
        <a:p>
          <a:endParaRPr kumimoji="1" lang="ja-JP" altLang="en-US"/>
        </a:p>
      </dgm:t>
    </dgm:pt>
    <dgm:pt modelId="{154639AD-A409-4779-8AC3-A3CFEDF940FC}" type="sibTrans" cxnId="{7A19C1B1-E5AC-454A-BEB1-8DAA1997492D}">
      <dgm:prSet/>
      <dgm:spPr/>
      <dgm:t>
        <a:bodyPr/>
        <a:lstStyle/>
        <a:p>
          <a:endParaRPr kumimoji="1" lang="ja-JP" altLang="en-US"/>
        </a:p>
      </dgm:t>
    </dgm:pt>
    <dgm:pt modelId="{9D1A866A-41C2-4E0F-84E5-E33BD99B60A4}">
      <dgm:prSet phldrT="[テキスト]" custT="1"/>
      <dgm:spPr/>
      <dgm:t>
        <a:bodyPr/>
        <a:lstStyle/>
        <a:p>
          <a:r>
            <a:rPr kumimoji="1" lang="ja-JP" altLang="en-US" sz="2000" dirty="0"/>
            <a:t>北海道での事例を作る！</a:t>
          </a:r>
        </a:p>
      </dgm:t>
    </dgm:pt>
    <dgm:pt modelId="{645DAEB8-2350-4EC1-A655-BE86B51F8398}" type="parTrans" cxnId="{04BF02C2-1A36-4B58-A88B-EB2C196DC47C}">
      <dgm:prSet/>
      <dgm:spPr/>
      <dgm:t>
        <a:bodyPr/>
        <a:lstStyle/>
        <a:p>
          <a:endParaRPr kumimoji="1" lang="ja-JP" altLang="en-US"/>
        </a:p>
      </dgm:t>
    </dgm:pt>
    <dgm:pt modelId="{F36CAE19-6B02-492A-B5FD-D610622FE3E3}" type="sibTrans" cxnId="{04BF02C2-1A36-4B58-A88B-EB2C196DC47C}">
      <dgm:prSet/>
      <dgm:spPr/>
      <dgm:t>
        <a:bodyPr/>
        <a:lstStyle/>
        <a:p>
          <a:endParaRPr kumimoji="1" lang="ja-JP" altLang="en-US"/>
        </a:p>
      </dgm:t>
    </dgm:pt>
    <dgm:pt modelId="{1154B8CB-92C6-4329-982D-5D627FE9CB53}" type="pres">
      <dgm:prSet presAssocID="{3B12A68C-7AE1-455A-B01B-F01677930630}" presName="Name0" presStyleCnt="0">
        <dgm:presLayoutVars>
          <dgm:dir/>
          <dgm:animLvl val="lvl"/>
          <dgm:resizeHandles val="exact"/>
        </dgm:presLayoutVars>
      </dgm:prSet>
      <dgm:spPr/>
    </dgm:pt>
    <dgm:pt modelId="{8453DB8E-1055-4504-992A-2B84E2DC22B3}" type="pres">
      <dgm:prSet presAssocID="{2523E3BB-83F3-4F07-93B2-D34CDF8BB1C1}" presName="composite" presStyleCnt="0"/>
      <dgm:spPr/>
    </dgm:pt>
    <dgm:pt modelId="{39AB6D78-6172-4CA3-B9C2-DAE2AFB63533}" type="pres">
      <dgm:prSet presAssocID="{2523E3BB-83F3-4F07-93B2-D34CDF8BB1C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AB02356-876D-4ED9-8B31-790BBB7AE6CB}" type="pres">
      <dgm:prSet presAssocID="{2523E3BB-83F3-4F07-93B2-D34CDF8BB1C1}" presName="desTx" presStyleLbl="alignAccFollowNode1" presStyleIdx="0" presStyleCnt="3">
        <dgm:presLayoutVars>
          <dgm:bulletEnabled val="1"/>
        </dgm:presLayoutVars>
      </dgm:prSet>
      <dgm:spPr/>
    </dgm:pt>
    <dgm:pt modelId="{92964614-6612-4774-A527-E498D885FD48}" type="pres">
      <dgm:prSet presAssocID="{48745508-C8E1-4412-BB2B-01B06A16C0CC}" presName="space" presStyleCnt="0"/>
      <dgm:spPr/>
    </dgm:pt>
    <dgm:pt modelId="{835402C1-DF36-40FF-8D8C-CE2135EB7B5D}" type="pres">
      <dgm:prSet presAssocID="{DB3933D3-B24A-4396-8B6E-086C3BB0E78E}" presName="composite" presStyleCnt="0"/>
      <dgm:spPr/>
    </dgm:pt>
    <dgm:pt modelId="{FF1DF26C-1D07-4584-881C-0939C6709556}" type="pres">
      <dgm:prSet presAssocID="{DB3933D3-B24A-4396-8B6E-086C3BB0E7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BE9209A-5682-4878-B243-AEB0E36DF2E0}" type="pres">
      <dgm:prSet presAssocID="{DB3933D3-B24A-4396-8B6E-086C3BB0E78E}" presName="desTx" presStyleLbl="alignAccFollowNode1" presStyleIdx="1" presStyleCnt="3">
        <dgm:presLayoutVars>
          <dgm:bulletEnabled val="1"/>
        </dgm:presLayoutVars>
      </dgm:prSet>
      <dgm:spPr/>
    </dgm:pt>
    <dgm:pt modelId="{70A7A524-BB25-458B-8C11-A1CB60AE3ED5}" type="pres">
      <dgm:prSet presAssocID="{0DABB348-1DC7-4804-92C2-671A0AA77F36}" presName="space" presStyleCnt="0"/>
      <dgm:spPr/>
    </dgm:pt>
    <dgm:pt modelId="{BD7DB4A9-638B-4A1D-9BC9-C2B67C487008}" type="pres">
      <dgm:prSet presAssocID="{D9368674-CC16-4094-97E2-B66B658D1036}" presName="composite" presStyleCnt="0"/>
      <dgm:spPr/>
    </dgm:pt>
    <dgm:pt modelId="{F8D63B37-7F41-41F3-91FB-3A7907CBA48D}" type="pres">
      <dgm:prSet presAssocID="{D9368674-CC16-4094-97E2-B66B658D10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F2BDD46-7125-4700-BDF9-533CE779C5D8}" type="pres">
      <dgm:prSet presAssocID="{D9368674-CC16-4094-97E2-B66B658D10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D997D06-051F-4B0A-A2B9-AFE3D4C23719}" type="presOf" srcId="{478A4BBE-0BA0-411C-BAD1-F4F5806A8B90}" destId="{5AB02356-876D-4ED9-8B31-790BBB7AE6CB}" srcOrd="0" destOrd="0" presId="urn:microsoft.com/office/officeart/2005/8/layout/hList1"/>
    <dgm:cxn modelId="{BE0F4A1C-9CCE-4B93-84D5-3A9C8817E57E}" type="presOf" srcId="{2523E3BB-83F3-4F07-93B2-D34CDF8BB1C1}" destId="{39AB6D78-6172-4CA3-B9C2-DAE2AFB63533}" srcOrd="0" destOrd="0" presId="urn:microsoft.com/office/officeart/2005/8/layout/hList1"/>
    <dgm:cxn modelId="{98634C2A-46F6-4930-ACFE-17BAC8FA3709}" srcId="{3B12A68C-7AE1-455A-B01B-F01677930630}" destId="{D9368674-CC16-4094-97E2-B66B658D1036}" srcOrd="2" destOrd="0" parTransId="{5020ED81-F75E-4A2D-B8A9-7B5D925D1782}" sibTransId="{07A0DA49-1666-43CD-B82A-B5CC0EDA79C9}"/>
    <dgm:cxn modelId="{722A8E32-2E51-43AB-9F4E-E31EB676DDE7}" type="presOf" srcId="{DB3933D3-B24A-4396-8B6E-086C3BB0E78E}" destId="{FF1DF26C-1D07-4584-881C-0939C6709556}" srcOrd="0" destOrd="0" presId="urn:microsoft.com/office/officeart/2005/8/layout/hList1"/>
    <dgm:cxn modelId="{D0240C45-0D02-4999-8E28-87142155D0EE}" type="presOf" srcId="{09CA38A8-1C3D-4525-BDB0-3D3606C6BDB7}" destId="{EBE9209A-5682-4878-B243-AEB0E36DF2E0}" srcOrd="0" destOrd="2" presId="urn:microsoft.com/office/officeart/2005/8/layout/hList1"/>
    <dgm:cxn modelId="{4052746C-8D1E-45E2-B4AA-741084F5A806}" srcId="{DB3933D3-B24A-4396-8B6E-086C3BB0E78E}" destId="{86C088B8-3371-4F1E-8617-919C2ABB99CE}" srcOrd="0" destOrd="0" parTransId="{22130531-44F9-47D4-A4C8-07D913EB7BC8}" sibTransId="{0C9D9AFA-06D5-4A77-9397-7B8BA21F8531}"/>
    <dgm:cxn modelId="{F242EA54-6500-421B-9D52-DEC6BA6117E0}" srcId="{D9368674-CC16-4094-97E2-B66B658D1036}" destId="{6D0FFFF8-CA80-4851-8897-3750928BB5F6}" srcOrd="1" destOrd="0" parTransId="{08155A26-55D2-4BB5-B32C-0BCB495403C0}" sibTransId="{BB9DFEA4-C0E7-49BF-A40D-4C4947E8280F}"/>
    <dgm:cxn modelId="{68232559-F4FD-494F-9A6C-E6D681848BD9}" type="presOf" srcId="{3B12A68C-7AE1-455A-B01B-F01677930630}" destId="{1154B8CB-92C6-4329-982D-5D627FE9CB53}" srcOrd="0" destOrd="0" presId="urn:microsoft.com/office/officeart/2005/8/layout/hList1"/>
    <dgm:cxn modelId="{16D2707C-6316-4CE3-AB35-A818F5224557}" type="presOf" srcId="{86C088B8-3371-4F1E-8617-919C2ABB99CE}" destId="{EBE9209A-5682-4878-B243-AEB0E36DF2E0}" srcOrd="0" destOrd="0" presId="urn:microsoft.com/office/officeart/2005/8/layout/hList1"/>
    <dgm:cxn modelId="{38CCB781-CC62-4ED0-8F78-E31F4946BE6D}" type="presOf" srcId="{739E6DB9-D31A-42B3-992B-2104DD749BC0}" destId="{7F2BDD46-7125-4700-BDF9-533CE779C5D8}" srcOrd="0" destOrd="0" presId="urn:microsoft.com/office/officeart/2005/8/layout/hList1"/>
    <dgm:cxn modelId="{507DFA82-7BA9-4FBD-9944-226F5792159A}" srcId="{D9368674-CC16-4094-97E2-B66B658D1036}" destId="{739E6DB9-D31A-42B3-992B-2104DD749BC0}" srcOrd="0" destOrd="0" parTransId="{B63CC291-7D1B-478F-BF74-7CF9F192E171}" sibTransId="{F6660FCD-CC78-40CB-B32F-C6DFB8B4A235}"/>
    <dgm:cxn modelId="{00472FA0-A3E1-40D5-84BD-6FBE2103CAA9}" srcId="{2523E3BB-83F3-4F07-93B2-D34CDF8BB1C1}" destId="{478A4BBE-0BA0-411C-BAD1-F4F5806A8B90}" srcOrd="0" destOrd="0" parTransId="{FA1FD404-CEEF-4398-988C-152DF3D6353B}" sibTransId="{F324E2D9-6D8B-49E8-989F-4A72472C099C}"/>
    <dgm:cxn modelId="{856430A1-773E-4998-84A2-A72FFCD2EFAA}" srcId="{3B12A68C-7AE1-455A-B01B-F01677930630}" destId="{2523E3BB-83F3-4F07-93B2-D34CDF8BB1C1}" srcOrd="0" destOrd="0" parTransId="{AC06FCF1-DF34-41FD-94B7-6A6718FCAB32}" sibTransId="{48745508-C8E1-4412-BB2B-01B06A16C0CC}"/>
    <dgm:cxn modelId="{2691F9A2-6289-482A-9196-F70F41E1CB04}" type="presOf" srcId="{6D0FFFF8-CA80-4851-8897-3750928BB5F6}" destId="{7F2BDD46-7125-4700-BDF9-533CE779C5D8}" srcOrd="0" destOrd="1" presId="urn:microsoft.com/office/officeart/2005/8/layout/hList1"/>
    <dgm:cxn modelId="{316DFCAC-3A98-4F2D-9DE0-D2A25B6EF449}" srcId="{DB3933D3-B24A-4396-8B6E-086C3BB0E78E}" destId="{03C8891B-E148-41B7-AAC2-01AA08C5FE23}" srcOrd="1" destOrd="0" parTransId="{9335A80A-555C-4989-B47D-A08220B57342}" sibTransId="{FAAED83B-B50C-477C-A505-1F3F24FFD827}"/>
    <dgm:cxn modelId="{7A19C1B1-E5AC-454A-BEB1-8DAA1997492D}" srcId="{DB3933D3-B24A-4396-8B6E-086C3BB0E78E}" destId="{09CA38A8-1C3D-4525-BDB0-3D3606C6BDB7}" srcOrd="2" destOrd="0" parTransId="{638F2952-3DB9-4E8C-A07A-1463D068C430}" sibTransId="{154639AD-A409-4779-8AC3-A3CFEDF940FC}"/>
    <dgm:cxn modelId="{470545B9-11D9-4351-8680-BA35DA5AAC5A}" type="presOf" srcId="{D9368674-CC16-4094-97E2-B66B658D1036}" destId="{F8D63B37-7F41-41F3-91FB-3A7907CBA48D}" srcOrd="0" destOrd="0" presId="urn:microsoft.com/office/officeart/2005/8/layout/hList1"/>
    <dgm:cxn modelId="{04BF02C2-1A36-4B58-A88B-EB2C196DC47C}" srcId="{D9368674-CC16-4094-97E2-B66B658D1036}" destId="{9D1A866A-41C2-4E0F-84E5-E33BD99B60A4}" srcOrd="2" destOrd="0" parTransId="{645DAEB8-2350-4EC1-A655-BE86B51F8398}" sibTransId="{F36CAE19-6B02-492A-B5FD-D610622FE3E3}"/>
    <dgm:cxn modelId="{C544B7C7-0DDB-433D-9AFC-885A15CA2CFF}" type="presOf" srcId="{03C8891B-E148-41B7-AAC2-01AA08C5FE23}" destId="{EBE9209A-5682-4878-B243-AEB0E36DF2E0}" srcOrd="0" destOrd="1" presId="urn:microsoft.com/office/officeart/2005/8/layout/hList1"/>
    <dgm:cxn modelId="{104C0DE6-1F64-44B7-BD84-CEF3E431DD71}" srcId="{3B12A68C-7AE1-455A-B01B-F01677930630}" destId="{DB3933D3-B24A-4396-8B6E-086C3BB0E78E}" srcOrd="1" destOrd="0" parTransId="{A6A6B818-A1F9-4D57-BB8E-3197F2A2933B}" sibTransId="{0DABB348-1DC7-4804-92C2-671A0AA77F36}"/>
    <dgm:cxn modelId="{CDA358F2-396C-4F45-9A80-6152601FF104}" type="presOf" srcId="{9D1A866A-41C2-4E0F-84E5-E33BD99B60A4}" destId="{7F2BDD46-7125-4700-BDF9-533CE779C5D8}" srcOrd="0" destOrd="2" presId="urn:microsoft.com/office/officeart/2005/8/layout/hList1"/>
    <dgm:cxn modelId="{F970F32B-A2EF-4826-B011-D6B24A95EFA4}" type="presParOf" srcId="{1154B8CB-92C6-4329-982D-5D627FE9CB53}" destId="{8453DB8E-1055-4504-992A-2B84E2DC22B3}" srcOrd="0" destOrd="0" presId="urn:microsoft.com/office/officeart/2005/8/layout/hList1"/>
    <dgm:cxn modelId="{709EB0F8-EE11-4803-BF33-972BEACC8023}" type="presParOf" srcId="{8453DB8E-1055-4504-992A-2B84E2DC22B3}" destId="{39AB6D78-6172-4CA3-B9C2-DAE2AFB63533}" srcOrd="0" destOrd="0" presId="urn:microsoft.com/office/officeart/2005/8/layout/hList1"/>
    <dgm:cxn modelId="{F8C0B265-3AFD-4EB4-9AE1-866C376E3F19}" type="presParOf" srcId="{8453DB8E-1055-4504-992A-2B84E2DC22B3}" destId="{5AB02356-876D-4ED9-8B31-790BBB7AE6CB}" srcOrd="1" destOrd="0" presId="urn:microsoft.com/office/officeart/2005/8/layout/hList1"/>
    <dgm:cxn modelId="{DFDD5738-4EC7-403A-84E2-66F2EC7D3044}" type="presParOf" srcId="{1154B8CB-92C6-4329-982D-5D627FE9CB53}" destId="{92964614-6612-4774-A527-E498D885FD48}" srcOrd="1" destOrd="0" presId="urn:microsoft.com/office/officeart/2005/8/layout/hList1"/>
    <dgm:cxn modelId="{4503B283-7C4B-4399-BE96-5F2A46FC282E}" type="presParOf" srcId="{1154B8CB-92C6-4329-982D-5D627FE9CB53}" destId="{835402C1-DF36-40FF-8D8C-CE2135EB7B5D}" srcOrd="2" destOrd="0" presId="urn:microsoft.com/office/officeart/2005/8/layout/hList1"/>
    <dgm:cxn modelId="{AC01DC99-3512-49BF-8FB9-B4BA7EE92CA1}" type="presParOf" srcId="{835402C1-DF36-40FF-8D8C-CE2135EB7B5D}" destId="{FF1DF26C-1D07-4584-881C-0939C6709556}" srcOrd="0" destOrd="0" presId="urn:microsoft.com/office/officeart/2005/8/layout/hList1"/>
    <dgm:cxn modelId="{7EECD3AC-A8D0-40F1-B236-C9C9128521F0}" type="presParOf" srcId="{835402C1-DF36-40FF-8D8C-CE2135EB7B5D}" destId="{EBE9209A-5682-4878-B243-AEB0E36DF2E0}" srcOrd="1" destOrd="0" presId="urn:microsoft.com/office/officeart/2005/8/layout/hList1"/>
    <dgm:cxn modelId="{6DA51D47-F4A7-47E5-BBC1-A60E208139E4}" type="presParOf" srcId="{1154B8CB-92C6-4329-982D-5D627FE9CB53}" destId="{70A7A524-BB25-458B-8C11-A1CB60AE3ED5}" srcOrd="3" destOrd="0" presId="urn:microsoft.com/office/officeart/2005/8/layout/hList1"/>
    <dgm:cxn modelId="{B1721CD7-854D-4FFE-9D95-D196387F5C2A}" type="presParOf" srcId="{1154B8CB-92C6-4329-982D-5D627FE9CB53}" destId="{BD7DB4A9-638B-4A1D-9BC9-C2B67C487008}" srcOrd="4" destOrd="0" presId="urn:microsoft.com/office/officeart/2005/8/layout/hList1"/>
    <dgm:cxn modelId="{1C1E858A-ACF8-4C80-BA7E-C6F3A2630274}" type="presParOf" srcId="{BD7DB4A9-638B-4A1D-9BC9-C2B67C487008}" destId="{F8D63B37-7F41-41F3-91FB-3A7907CBA48D}" srcOrd="0" destOrd="0" presId="urn:microsoft.com/office/officeart/2005/8/layout/hList1"/>
    <dgm:cxn modelId="{E490DDFA-F51F-4CAB-8F47-D21A7EC21628}" type="presParOf" srcId="{BD7DB4A9-638B-4A1D-9BC9-C2B67C487008}" destId="{7F2BDD46-7125-4700-BDF9-533CE779C5D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12A68C-7AE1-455A-B01B-F016779306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523E3BB-83F3-4F07-93B2-D34CDF8BB1C1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事業理解</a:t>
          </a:r>
        </a:p>
      </dgm:t>
    </dgm:pt>
    <dgm:pt modelId="{AC06FCF1-DF34-41FD-94B7-6A6718FCAB32}" type="par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8745508-C8E1-4412-BB2B-01B06A16C0CC}" type="sib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78A4BBE-0BA0-411C-BAD1-F4F5806A8B90}">
      <dgm:prSet phldrT="[テキスト]" custT="1"/>
      <dgm:spPr/>
      <dgm:t>
        <a:bodyPr/>
        <a:lstStyle/>
        <a:p>
          <a:r>
            <a:rPr kumimoji="1" lang="ja-JP" altLang="en-US" sz="2000" dirty="0"/>
            <a:t>ふるさと納税を財源に、自治体・ＪＡと連携して地域の子供へ食を届ける官民連携事業</a:t>
          </a:r>
        </a:p>
      </dgm:t>
    </dgm:pt>
    <dgm:pt modelId="{FA1FD404-CEEF-4398-988C-152DF3D6353B}" type="par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F324E2D9-6D8B-49E8-989F-4A72472C099C}" type="sib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DB3933D3-B24A-4396-8B6E-086C3BB0E78E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活かせる経験</a:t>
          </a:r>
        </a:p>
      </dgm:t>
    </dgm:pt>
    <dgm:pt modelId="{A6A6B818-A1F9-4D57-BB8E-3197F2A2933B}" type="par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0DABB348-1DC7-4804-92C2-671A0AA77F36}" type="sib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86C088B8-3371-4F1E-8617-919C2ABB99CE}">
      <dgm:prSet phldrT="[テキスト]" custT="1"/>
      <dgm:spPr/>
      <dgm:t>
        <a:bodyPr/>
        <a:lstStyle/>
        <a:p>
          <a:r>
            <a:rPr kumimoji="1" lang="ja-JP" altLang="en-US" sz="2000" dirty="0"/>
            <a:t>ホクレンの紹介はなくても、ＪＡへの営業可能</a:t>
          </a:r>
        </a:p>
      </dgm:t>
    </dgm:pt>
    <dgm:pt modelId="{22130531-44F9-47D4-A4C8-07D913EB7BC8}" type="par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0C9D9AFA-06D5-4A77-9397-7B8BA21F8531}" type="sib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D9368674-CC16-4094-97E2-B66B658D1036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行動計画</a:t>
          </a:r>
        </a:p>
      </dgm:t>
    </dgm:pt>
    <dgm:pt modelId="{5020ED81-F75E-4A2D-B8A9-7B5D925D1782}" type="par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07A0DA49-1666-43CD-B82A-B5CC0EDA79C9}" type="sib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739E6DB9-D31A-42B3-992B-2104DD749BC0}">
      <dgm:prSet phldrT="[テキスト]" custT="1"/>
      <dgm:spPr/>
      <dgm:t>
        <a:bodyPr/>
        <a:lstStyle/>
        <a:p>
          <a:r>
            <a:rPr kumimoji="1" lang="ja-JP" altLang="en-US" sz="2000" dirty="0"/>
            <a:t>ＪＡや地方自治体へ営業</a:t>
          </a:r>
        </a:p>
      </dgm:t>
    </dgm:pt>
    <dgm:pt modelId="{B63CC291-7D1B-478F-BF74-7CF9F192E171}" type="par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F6660FCD-CC78-40CB-B32F-C6DFB8B4A235}" type="sib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03C8891B-E148-41B7-AAC2-01AA08C5FE23}">
      <dgm:prSet phldrT="[テキスト]" custT="1"/>
      <dgm:spPr/>
      <dgm:t>
        <a:bodyPr/>
        <a:lstStyle/>
        <a:p>
          <a:r>
            <a:rPr kumimoji="1" lang="ja-JP" altLang="en-US" sz="2000" dirty="0"/>
            <a:t>人を巻き込み合意形成をしてきた経験</a:t>
          </a:r>
        </a:p>
      </dgm:t>
    </dgm:pt>
    <dgm:pt modelId="{9335A80A-555C-4989-B47D-A08220B57342}" type="par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FAAED83B-B50C-477C-A505-1F3F24FFD827}" type="sib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C7B0CCAE-330A-4104-93BE-B2B64CB42C19}">
      <dgm:prSet phldrT="[テキスト]" custT="1"/>
      <dgm:spPr/>
      <dgm:t>
        <a:bodyPr/>
        <a:lstStyle/>
        <a:p>
          <a:r>
            <a:rPr kumimoji="1" lang="ja-JP" altLang="en-US" sz="2000" dirty="0"/>
            <a:t>不足知識の習得（法律や物流等）</a:t>
          </a:r>
        </a:p>
      </dgm:t>
    </dgm:pt>
    <dgm:pt modelId="{6E25A075-4FCD-42B8-B181-8F944CF6A4F2}" type="parTrans" cxnId="{E7285D22-3D2C-478E-B549-316216601ACF}">
      <dgm:prSet/>
      <dgm:spPr/>
      <dgm:t>
        <a:bodyPr/>
        <a:lstStyle/>
        <a:p>
          <a:endParaRPr kumimoji="1" lang="ja-JP" altLang="en-US"/>
        </a:p>
      </dgm:t>
    </dgm:pt>
    <dgm:pt modelId="{22AC8F61-D2A4-4180-8C2E-B45256B93EC0}" type="sibTrans" cxnId="{E7285D22-3D2C-478E-B549-316216601ACF}">
      <dgm:prSet/>
      <dgm:spPr/>
      <dgm:t>
        <a:bodyPr/>
        <a:lstStyle/>
        <a:p>
          <a:endParaRPr kumimoji="1" lang="ja-JP" altLang="en-US"/>
        </a:p>
      </dgm:t>
    </dgm:pt>
    <dgm:pt modelId="{1297CA8B-009B-4DBC-B977-B7E86B2CF97C}">
      <dgm:prSet phldrT="[テキスト]" custT="1"/>
      <dgm:spPr/>
      <dgm:t>
        <a:bodyPr/>
        <a:lstStyle/>
        <a:p>
          <a:r>
            <a:rPr kumimoji="1" lang="ja-JP" altLang="en-US" sz="2000" dirty="0"/>
            <a:t>北海道での事例を拡大</a:t>
          </a:r>
        </a:p>
      </dgm:t>
    </dgm:pt>
    <dgm:pt modelId="{E7EFCD26-4162-469B-9A33-D520A7669294}" type="parTrans" cxnId="{9EF575BD-57F3-4D72-BD56-614A047099B3}">
      <dgm:prSet/>
      <dgm:spPr/>
      <dgm:t>
        <a:bodyPr/>
        <a:lstStyle/>
        <a:p>
          <a:endParaRPr kumimoji="1" lang="ja-JP" altLang="en-US"/>
        </a:p>
      </dgm:t>
    </dgm:pt>
    <dgm:pt modelId="{608B9FED-9129-4FE4-8F35-3EE056EDBF80}" type="sibTrans" cxnId="{9EF575BD-57F3-4D72-BD56-614A047099B3}">
      <dgm:prSet/>
      <dgm:spPr/>
      <dgm:t>
        <a:bodyPr/>
        <a:lstStyle/>
        <a:p>
          <a:endParaRPr kumimoji="1" lang="ja-JP" altLang="en-US"/>
        </a:p>
      </dgm:t>
    </dgm:pt>
    <dgm:pt modelId="{1154B8CB-92C6-4329-982D-5D627FE9CB53}" type="pres">
      <dgm:prSet presAssocID="{3B12A68C-7AE1-455A-B01B-F01677930630}" presName="Name0" presStyleCnt="0">
        <dgm:presLayoutVars>
          <dgm:dir/>
          <dgm:animLvl val="lvl"/>
          <dgm:resizeHandles val="exact"/>
        </dgm:presLayoutVars>
      </dgm:prSet>
      <dgm:spPr/>
    </dgm:pt>
    <dgm:pt modelId="{8453DB8E-1055-4504-992A-2B84E2DC22B3}" type="pres">
      <dgm:prSet presAssocID="{2523E3BB-83F3-4F07-93B2-D34CDF8BB1C1}" presName="composite" presStyleCnt="0"/>
      <dgm:spPr/>
    </dgm:pt>
    <dgm:pt modelId="{39AB6D78-6172-4CA3-B9C2-DAE2AFB63533}" type="pres">
      <dgm:prSet presAssocID="{2523E3BB-83F3-4F07-93B2-D34CDF8BB1C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AB02356-876D-4ED9-8B31-790BBB7AE6CB}" type="pres">
      <dgm:prSet presAssocID="{2523E3BB-83F3-4F07-93B2-D34CDF8BB1C1}" presName="desTx" presStyleLbl="alignAccFollowNode1" presStyleIdx="0" presStyleCnt="3">
        <dgm:presLayoutVars>
          <dgm:bulletEnabled val="1"/>
        </dgm:presLayoutVars>
      </dgm:prSet>
      <dgm:spPr/>
    </dgm:pt>
    <dgm:pt modelId="{92964614-6612-4774-A527-E498D885FD48}" type="pres">
      <dgm:prSet presAssocID="{48745508-C8E1-4412-BB2B-01B06A16C0CC}" presName="space" presStyleCnt="0"/>
      <dgm:spPr/>
    </dgm:pt>
    <dgm:pt modelId="{835402C1-DF36-40FF-8D8C-CE2135EB7B5D}" type="pres">
      <dgm:prSet presAssocID="{DB3933D3-B24A-4396-8B6E-086C3BB0E78E}" presName="composite" presStyleCnt="0"/>
      <dgm:spPr/>
    </dgm:pt>
    <dgm:pt modelId="{FF1DF26C-1D07-4584-881C-0939C6709556}" type="pres">
      <dgm:prSet presAssocID="{DB3933D3-B24A-4396-8B6E-086C3BB0E7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BE9209A-5682-4878-B243-AEB0E36DF2E0}" type="pres">
      <dgm:prSet presAssocID="{DB3933D3-B24A-4396-8B6E-086C3BB0E78E}" presName="desTx" presStyleLbl="alignAccFollowNode1" presStyleIdx="1" presStyleCnt="3">
        <dgm:presLayoutVars>
          <dgm:bulletEnabled val="1"/>
        </dgm:presLayoutVars>
      </dgm:prSet>
      <dgm:spPr/>
    </dgm:pt>
    <dgm:pt modelId="{70A7A524-BB25-458B-8C11-A1CB60AE3ED5}" type="pres">
      <dgm:prSet presAssocID="{0DABB348-1DC7-4804-92C2-671A0AA77F36}" presName="space" presStyleCnt="0"/>
      <dgm:spPr/>
    </dgm:pt>
    <dgm:pt modelId="{BD7DB4A9-638B-4A1D-9BC9-C2B67C487008}" type="pres">
      <dgm:prSet presAssocID="{D9368674-CC16-4094-97E2-B66B658D1036}" presName="composite" presStyleCnt="0"/>
      <dgm:spPr/>
    </dgm:pt>
    <dgm:pt modelId="{F8D63B37-7F41-41F3-91FB-3A7907CBA48D}" type="pres">
      <dgm:prSet presAssocID="{D9368674-CC16-4094-97E2-B66B658D10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F2BDD46-7125-4700-BDF9-533CE779C5D8}" type="pres">
      <dgm:prSet presAssocID="{D9368674-CC16-4094-97E2-B66B658D10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D997D06-051F-4B0A-A2B9-AFE3D4C23719}" type="presOf" srcId="{478A4BBE-0BA0-411C-BAD1-F4F5806A8B90}" destId="{5AB02356-876D-4ED9-8B31-790BBB7AE6CB}" srcOrd="0" destOrd="0" presId="urn:microsoft.com/office/officeart/2005/8/layout/hList1"/>
    <dgm:cxn modelId="{7F0B6815-93C7-4B26-9E05-D096DE0038A4}" type="presOf" srcId="{1297CA8B-009B-4DBC-B977-B7E86B2CF97C}" destId="{7F2BDD46-7125-4700-BDF9-533CE779C5D8}" srcOrd="0" destOrd="2" presId="urn:microsoft.com/office/officeart/2005/8/layout/hList1"/>
    <dgm:cxn modelId="{BE0F4A1C-9CCE-4B93-84D5-3A9C8817E57E}" type="presOf" srcId="{2523E3BB-83F3-4F07-93B2-D34CDF8BB1C1}" destId="{39AB6D78-6172-4CA3-B9C2-DAE2AFB63533}" srcOrd="0" destOrd="0" presId="urn:microsoft.com/office/officeart/2005/8/layout/hList1"/>
    <dgm:cxn modelId="{E7285D22-3D2C-478E-B549-316216601ACF}" srcId="{D9368674-CC16-4094-97E2-B66B658D1036}" destId="{C7B0CCAE-330A-4104-93BE-B2B64CB42C19}" srcOrd="1" destOrd="0" parTransId="{6E25A075-4FCD-42B8-B181-8F944CF6A4F2}" sibTransId="{22AC8F61-D2A4-4180-8C2E-B45256B93EC0}"/>
    <dgm:cxn modelId="{98634C2A-46F6-4930-ACFE-17BAC8FA3709}" srcId="{3B12A68C-7AE1-455A-B01B-F01677930630}" destId="{D9368674-CC16-4094-97E2-B66B658D1036}" srcOrd="2" destOrd="0" parTransId="{5020ED81-F75E-4A2D-B8A9-7B5D925D1782}" sibTransId="{07A0DA49-1666-43CD-B82A-B5CC0EDA79C9}"/>
    <dgm:cxn modelId="{722A8E32-2E51-43AB-9F4E-E31EB676DDE7}" type="presOf" srcId="{DB3933D3-B24A-4396-8B6E-086C3BB0E78E}" destId="{FF1DF26C-1D07-4584-881C-0939C6709556}" srcOrd="0" destOrd="0" presId="urn:microsoft.com/office/officeart/2005/8/layout/hList1"/>
    <dgm:cxn modelId="{4052746C-8D1E-45E2-B4AA-741084F5A806}" srcId="{DB3933D3-B24A-4396-8B6E-086C3BB0E78E}" destId="{86C088B8-3371-4F1E-8617-919C2ABB99CE}" srcOrd="0" destOrd="0" parTransId="{22130531-44F9-47D4-A4C8-07D913EB7BC8}" sibTransId="{0C9D9AFA-06D5-4A77-9397-7B8BA21F8531}"/>
    <dgm:cxn modelId="{68232559-F4FD-494F-9A6C-E6D681848BD9}" type="presOf" srcId="{3B12A68C-7AE1-455A-B01B-F01677930630}" destId="{1154B8CB-92C6-4329-982D-5D627FE9CB53}" srcOrd="0" destOrd="0" presId="urn:microsoft.com/office/officeart/2005/8/layout/hList1"/>
    <dgm:cxn modelId="{16D2707C-6316-4CE3-AB35-A818F5224557}" type="presOf" srcId="{86C088B8-3371-4F1E-8617-919C2ABB99CE}" destId="{EBE9209A-5682-4878-B243-AEB0E36DF2E0}" srcOrd="0" destOrd="0" presId="urn:microsoft.com/office/officeart/2005/8/layout/hList1"/>
    <dgm:cxn modelId="{38CCB781-CC62-4ED0-8F78-E31F4946BE6D}" type="presOf" srcId="{739E6DB9-D31A-42B3-992B-2104DD749BC0}" destId="{7F2BDD46-7125-4700-BDF9-533CE779C5D8}" srcOrd="0" destOrd="0" presId="urn:microsoft.com/office/officeart/2005/8/layout/hList1"/>
    <dgm:cxn modelId="{507DFA82-7BA9-4FBD-9944-226F5792159A}" srcId="{D9368674-CC16-4094-97E2-B66B658D1036}" destId="{739E6DB9-D31A-42B3-992B-2104DD749BC0}" srcOrd="0" destOrd="0" parTransId="{B63CC291-7D1B-478F-BF74-7CF9F192E171}" sibTransId="{F6660FCD-CC78-40CB-B32F-C6DFB8B4A235}"/>
    <dgm:cxn modelId="{00472FA0-A3E1-40D5-84BD-6FBE2103CAA9}" srcId="{2523E3BB-83F3-4F07-93B2-D34CDF8BB1C1}" destId="{478A4BBE-0BA0-411C-BAD1-F4F5806A8B90}" srcOrd="0" destOrd="0" parTransId="{FA1FD404-CEEF-4398-988C-152DF3D6353B}" sibTransId="{F324E2D9-6D8B-49E8-989F-4A72472C099C}"/>
    <dgm:cxn modelId="{856430A1-773E-4998-84A2-A72FFCD2EFAA}" srcId="{3B12A68C-7AE1-455A-B01B-F01677930630}" destId="{2523E3BB-83F3-4F07-93B2-D34CDF8BB1C1}" srcOrd="0" destOrd="0" parTransId="{AC06FCF1-DF34-41FD-94B7-6A6718FCAB32}" sibTransId="{48745508-C8E1-4412-BB2B-01B06A16C0CC}"/>
    <dgm:cxn modelId="{316DFCAC-3A98-4F2D-9DE0-D2A25B6EF449}" srcId="{DB3933D3-B24A-4396-8B6E-086C3BB0E78E}" destId="{03C8891B-E148-41B7-AAC2-01AA08C5FE23}" srcOrd="1" destOrd="0" parTransId="{9335A80A-555C-4989-B47D-A08220B57342}" sibTransId="{FAAED83B-B50C-477C-A505-1F3F24FFD827}"/>
    <dgm:cxn modelId="{470545B9-11D9-4351-8680-BA35DA5AAC5A}" type="presOf" srcId="{D9368674-CC16-4094-97E2-B66B658D1036}" destId="{F8D63B37-7F41-41F3-91FB-3A7907CBA48D}" srcOrd="0" destOrd="0" presId="urn:microsoft.com/office/officeart/2005/8/layout/hList1"/>
    <dgm:cxn modelId="{9EF575BD-57F3-4D72-BD56-614A047099B3}" srcId="{D9368674-CC16-4094-97E2-B66B658D1036}" destId="{1297CA8B-009B-4DBC-B977-B7E86B2CF97C}" srcOrd="2" destOrd="0" parTransId="{E7EFCD26-4162-469B-9A33-D520A7669294}" sibTransId="{608B9FED-9129-4FE4-8F35-3EE056EDBF80}"/>
    <dgm:cxn modelId="{C544B7C7-0DDB-433D-9AFC-885A15CA2CFF}" type="presOf" srcId="{03C8891B-E148-41B7-AAC2-01AA08C5FE23}" destId="{EBE9209A-5682-4878-B243-AEB0E36DF2E0}" srcOrd="0" destOrd="1" presId="urn:microsoft.com/office/officeart/2005/8/layout/hList1"/>
    <dgm:cxn modelId="{2C2001D3-9C57-4E74-B0C1-41A2F0F3A614}" type="presOf" srcId="{C7B0CCAE-330A-4104-93BE-B2B64CB42C19}" destId="{7F2BDD46-7125-4700-BDF9-533CE779C5D8}" srcOrd="0" destOrd="1" presId="urn:microsoft.com/office/officeart/2005/8/layout/hList1"/>
    <dgm:cxn modelId="{104C0DE6-1F64-44B7-BD84-CEF3E431DD71}" srcId="{3B12A68C-7AE1-455A-B01B-F01677930630}" destId="{DB3933D3-B24A-4396-8B6E-086C3BB0E78E}" srcOrd="1" destOrd="0" parTransId="{A6A6B818-A1F9-4D57-BB8E-3197F2A2933B}" sibTransId="{0DABB348-1DC7-4804-92C2-671A0AA77F36}"/>
    <dgm:cxn modelId="{F970F32B-A2EF-4826-B011-D6B24A95EFA4}" type="presParOf" srcId="{1154B8CB-92C6-4329-982D-5D627FE9CB53}" destId="{8453DB8E-1055-4504-992A-2B84E2DC22B3}" srcOrd="0" destOrd="0" presId="urn:microsoft.com/office/officeart/2005/8/layout/hList1"/>
    <dgm:cxn modelId="{709EB0F8-EE11-4803-BF33-972BEACC8023}" type="presParOf" srcId="{8453DB8E-1055-4504-992A-2B84E2DC22B3}" destId="{39AB6D78-6172-4CA3-B9C2-DAE2AFB63533}" srcOrd="0" destOrd="0" presId="urn:microsoft.com/office/officeart/2005/8/layout/hList1"/>
    <dgm:cxn modelId="{F8C0B265-3AFD-4EB4-9AE1-866C376E3F19}" type="presParOf" srcId="{8453DB8E-1055-4504-992A-2B84E2DC22B3}" destId="{5AB02356-876D-4ED9-8B31-790BBB7AE6CB}" srcOrd="1" destOrd="0" presId="urn:microsoft.com/office/officeart/2005/8/layout/hList1"/>
    <dgm:cxn modelId="{DFDD5738-4EC7-403A-84E2-66F2EC7D3044}" type="presParOf" srcId="{1154B8CB-92C6-4329-982D-5D627FE9CB53}" destId="{92964614-6612-4774-A527-E498D885FD48}" srcOrd="1" destOrd="0" presId="urn:microsoft.com/office/officeart/2005/8/layout/hList1"/>
    <dgm:cxn modelId="{4503B283-7C4B-4399-BE96-5F2A46FC282E}" type="presParOf" srcId="{1154B8CB-92C6-4329-982D-5D627FE9CB53}" destId="{835402C1-DF36-40FF-8D8C-CE2135EB7B5D}" srcOrd="2" destOrd="0" presId="urn:microsoft.com/office/officeart/2005/8/layout/hList1"/>
    <dgm:cxn modelId="{AC01DC99-3512-49BF-8FB9-B4BA7EE92CA1}" type="presParOf" srcId="{835402C1-DF36-40FF-8D8C-CE2135EB7B5D}" destId="{FF1DF26C-1D07-4584-881C-0939C6709556}" srcOrd="0" destOrd="0" presId="urn:microsoft.com/office/officeart/2005/8/layout/hList1"/>
    <dgm:cxn modelId="{7EECD3AC-A8D0-40F1-B236-C9C9128521F0}" type="presParOf" srcId="{835402C1-DF36-40FF-8D8C-CE2135EB7B5D}" destId="{EBE9209A-5682-4878-B243-AEB0E36DF2E0}" srcOrd="1" destOrd="0" presId="urn:microsoft.com/office/officeart/2005/8/layout/hList1"/>
    <dgm:cxn modelId="{6DA51D47-F4A7-47E5-BBC1-A60E208139E4}" type="presParOf" srcId="{1154B8CB-92C6-4329-982D-5D627FE9CB53}" destId="{70A7A524-BB25-458B-8C11-A1CB60AE3ED5}" srcOrd="3" destOrd="0" presId="urn:microsoft.com/office/officeart/2005/8/layout/hList1"/>
    <dgm:cxn modelId="{B1721CD7-854D-4FFE-9D95-D196387F5C2A}" type="presParOf" srcId="{1154B8CB-92C6-4329-982D-5D627FE9CB53}" destId="{BD7DB4A9-638B-4A1D-9BC9-C2B67C487008}" srcOrd="4" destOrd="0" presId="urn:microsoft.com/office/officeart/2005/8/layout/hList1"/>
    <dgm:cxn modelId="{1C1E858A-ACF8-4C80-BA7E-C6F3A2630274}" type="presParOf" srcId="{BD7DB4A9-638B-4A1D-9BC9-C2B67C487008}" destId="{F8D63B37-7F41-41F3-91FB-3A7907CBA48D}" srcOrd="0" destOrd="0" presId="urn:microsoft.com/office/officeart/2005/8/layout/hList1"/>
    <dgm:cxn modelId="{E490DDFA-F51F-4CAB-8F47-D21A7EC21628}" type="presParOf" srcId="{BD7DB4A9-638B-4A1D-9BC9-C2B67C487008}" destId="{7F2BDD46-7125-4700-BDF9-533CE779C5D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12A68C-7AE1-455A-B01B-F0167793063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523E3BB-83F3-4F07-93B2-D34CDF8BB1C1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事業理解</a:t>
          </a:r>
        </a:p>
      </dgm:t>
    </dgm:pt>
    <dgm:pt modelId="{AC06FCF1-DF34-41FD-94B7-6A6718FCAB32}" type="par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8745508-C8E1-4412-BB2B-01B06A16C0CC}" type="sibTrans" cxnId="{856430A1-773E-4998-84A2-A72FFCD2EFAA}">
      <dgm:prSet/>
      <dgm:spPr/>
      <dgm:t>
        <a:bodyPr/>
        <a:lstStyle/>
        <a:p>
          <a:endParaRPr kumimoji="1" lang="ja-JP" altLang="en-US"/>
        </a:p>
      </dgm:t>
    </dgm:pt>
    <dgm:pt modelId="{478A4BBE-0BA0-411C-BAD1-F4F5806A8B90}">
      <dgm:prSet phldrT="[テキスト]" custT="1"/>
      <dgm:spPr/>
      <dgm:t>
        <a:bodyPr/>
        <a:lstStyle/>
        <a:p>
          <a:r>
            <a:rPr kumimoji="1" lang="ja-JP" altLang="en-US" sz="2000" dirty="0"/>
            <a:t>「有償型」も組み合わせた善意だけに頼らない持続可能な食支援インフラ</a:t>
          </a:r>
        </a:p>
      </dgm:t>
    </dgm:pt>
    <dgm:pt modelId="{FA1FD404-CEEF-4398-988C-152DF3D6353B}" type="par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F324E2D9-6D8B-49E8-989F-4A72472C099C}" type="sibTrans" cxnId="{00472FA0-A3E1-40D5-84BD-6FBE2103CAA9}">
      <dgm:prSet/>
      <dgm:spPr/>
      <dgm:t>
        <a:bodyPr/>
        <a:lstStyle/>
        <a:p>
          <a:endParaRPr kumimoji="1" lang="ja-JP" altLang="en-US"/>
        </a:p>
      </dgm:t>
    </dgm:pt>
    <dgm:pt modelId="{DB3933D3-B24A-4396-8B6E-086C3BB0E78E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活かせる経験</a:t>
          </a:r>
        </a:p>
      </dgm:t>
    </dgm:pt>
    <dgm:pt modelId="{A6A6B818-A1F9-4D57-BB8E-3197F2A2933B}" type="par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0DABB348-1DC7-4804-92C2-671A0AA77F36}" type="sibTrans" cxnId="{104C0DE6-1F64-44B7-BD84-CEF3E431DD71}">
      <dgm:prSet/>
      <dgm:spPr/>
      <dgm:t>
        <a:bodyPr/>
        <a:lstStyle/>
        <a:p>
          <a:endParaRPr kumimoji="1" lang="ja-JP" altLang="en-US"/>
        </a:p>
      </dgm:t>
    </dgm:pt>
    <dgm:pt modelId="{86C088B8-3371-4F1E-8617-919C2ABB99CE}">
      <dgm:prSet phldrT="[テキスト]" custT="1"/>
      <dgm:spPr/>
      <dgm:t>
        <a:bodyPr/>
        <a:lstStyle/>
        <a:p>
          <a:r>
            <a:rPr kumimoji="1" lang="ja-JP" altLang="en-US" sz="2000" dirty="0"/>
            <a:t>ホクレンショップで副業</a:t>
          </a:r>
        </a:p>
      </dgm:t>
    </dgm:pt>
    <dgm:pt modelId="{22130531-44F9-47D4-A4C8-07D913EB7BC8}" type="par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0C9D9AFA-06D5-4A77-9397-7B8BA21F8531}" type="sibTrans" cxnId="{4052746C-8D1E-45E2-B4AA-741084F5A806}">
      <dgm:prSet/>
      <dgm:spPr/>
      <dgm:t>
        <a:bodyPr/>
        <a:lstStyle/>
        <a:p>
          <a:endParaRPr kumimoji="1" lang="ja-JP" altLang="en-US"/>
        </a:p>
      </dgm:t>
    </dgm:pt>
    <dgm:pt modelId="{D9368674-CC16-4094-97E2-B66B658D1036}">
      <dgm:prSet phldrT="[テキスト]" custT="1"/>
      <dgm:spPr/>
      <dgm:t>
        <a:bodyPr/>
        <a:lstStyle/>
        <a:p>
          <a:r>
            <a:rPr kumimoji="1" lang="ja-JP" altLang="en-US" sz="2400" b="1" dirty="0">
              <a:solidFill>
                <a:schemeClr val="tx1"/>
              </a:solidFill>
            </a:rPr>
            <a:t>行動計画</a:t>
          </a:r>
        </a:p>
      </dgm:t>
    </dgm:pt>
    <dgm:pt modelId="{5020ED81-F75E-4A2D-B8A9-7B5D925D1782}" type="par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07A0DA49-1666-43CD-B82A-B5CC0EDA79C9}" type="sibTrans" cxnId="{98634C2A-46F6-4930-ACFE-17BAC8FA3709}">
      <dgm:prSet/>
      <dgm:spPr/>
      <dgm:t>
        <a:bodyPr/>
        <a:lstStyle/>
        <a:p>
          <a:endParaRPr kumimoji="1" lang="ja-JP" altLang="en-US"/>
        </a:p>
      </dgm:t>
    </dgm:pt>
    <dgm:pt modelId="{739E6DB9-D31A-42B3-992B-2104DD749BC0}">
      <dgm:prSet phldrT="[テキスト]" custT="1"/>
      <dgm:spPr/>
      <dgm:t>
        <a:bodyPr/>
        <a:lstStyle/>
        <a:p>
          <a:r>
            <a:rPr kumimoji="1" lang="ja-JP" altLang="en-US" sz="2000" dirty="0"/>
            <a:t>人脈を活かした紹介を通して営業先の開拓</a:t>
          </a:r>
        </a:p>
      </dgm:t>
    </dgm:pt>
    <dgm:pt modelId="{B63CC291-7D1B-478F-BF74-7CF9F192E171}" type="par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F6660FCD-CC78-40CB-B32F-C6DFB8B4A235}" type="sibTrans" cxnId="{507DFA82-7BA9-4FBD-9944-226F5792159A}">
      <dgm:prSet/>
      <dgm:spPr/>
      <dgm:t>
        <a:bodyPr/>
        <a:lstStyle/>
        <a:p>
          <a:endParaRPr kumimoji="1" lang="ja-JP" altLang="en-US"/>
        </a:p>
      </dgm:t>
    </dgm:pt>
    <dgm:pt modelId="{6D0FFFF8-CA80-4851-8897-3750928BB5F6}">
      <dgm:prSet phldrT="[テキスト]" custT="1"/>
      <dgm:spPr/>
      <dgm:t>
        <a:bodyPr/>
        <a:lstStyle/>
        <a:p>
          <a:r>
            <a:rPr kumimoji="1" lang="ja-JP" altLang="en-US" sz="2000" dirty="0"/>
            <a:t>足りない知識の習得（具体的な物流の流れ等）</a:t>
          </a:r>
        </a:p>
      </dgm:t>
    </dgm:pt>
    <dgm:pt modelId="{08155A26-55D2-4BB5-B32C-0BCB495403C0}" type="parTrans" cxnId="{F242EA54-6500-421B-9D52-DEC6BA6117E0}">
      <dgm:prSet/>
      <dgm:spPr/>
      <dgm:t>
        <a:bodyPr/>
        <a:lstStyle/>
        <a:p>
          <a:endParaRPr kumimoji="1" lang="ja-JP" altLang="en-US"/>
        </a:p>
      </dgm:t>
    </dgm:pt>
    <dgm:pt modelId="{BB9DFEA4-C0E7-49BF-A40D-4C4947E8280F}" type="sibTrans" cxnId="{F242EA54-6500-421B-9D52-DEC6BA6117E0}">
      <dgm:prSet/>
      <dgm:spPr/>
      <dgm:t>
        <a:bodyPr/>
        <a:lstStyle/>
        <a:p>
          <a:endParaRPr kumimoji="1" lang="ja-JP" altLang="en-US"/>
        </a:p>
      </dgm:t>
    </dgm:pt>
    <dgm:pt modelId="{03C8891B-E148-41B7-AAC2-01AA08C5FE23}">
      <dgm:prSet phldrT="[テキスト]" custT="1"/>
      <dgm:spPr/>
      <dgm:t>
        <a:bodyPr/>
        <a:lstStyle/>
        <a:p>
          <a:r>
            <a:rPr kumimoji="1" lang="ja-JP" altLang="en-US" sz="2000" dirty="0"/>
            <a:t>ホクレン商事営業担当経験</a:t>
          </a:r>
        </a:p>
      </dgm:t>
    </dgm:pt>
    <dgm:pt modelId="{9335A80A-555C-4989-B47D-A08220B57342}" type="par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FAAED83B-B50C-477C-A505-1F3F24FFD827}" type="sibTrans" cxnId="{316DFCAC-3A98-4F2D-9DE0-D2A25B6EF449}">
      <dgm:prSet/>
      <dgm:spPr/>
      <dgm:t>
        <a:bodyPr/>
        <a:lstStyle/>
        <a:p>
          <a:endParaRPr kumimoji="1" lang="ja-JP" altLang="en-US"/>
        </a:p>
      </dgm:t>
    </dgm:pt>
    <dgm:pt modelId="{09CA38A8-1C3D-4525-BDB0-3D3606C6BDB7}">
      <dgm:prSet phldrT="[テキスト]" custT="1"/>
      <dgm:spPr/>
      <dgm:t>
        <a:bodyPr/>
        <a:lstStyle/>
        <a:p>
          <a:r>
            <a:rPr kumimoji="1" lang="ja-JP" altLang="en-US" sz="2000" dirty="0"/>
            <a:t>緑友会添乗を通しての食品会社経営人との人間関係</a:t>
          </a:r>
        </a:p>
      </dgm:t>
    </dgm:pt>
    <dgm:pt modelId="{638F2952-3DB9-4E8C-A07A-1463D068C430}" type="parTrans" cxnId="{D0180079-EA30-4D00-9FE8-A4F565036854}">
      <dgm:prSet/>
      <dgm:spPr/>
      <dgm:t>
        <a:bodyPr/>
        <a:lstStyle/>
        <a:p>
          <a:endParaRPr kumimoji="1" lang="ja-JP" altLang="en-US"/>
        </a:p>
      </dgm:t>
    </dgm:pt>
    <dgm:pt modelId="{154639AD-A409-4779-8AC3-A3CFEDF940FC}" type="sibTrans" cxnId="{D0180079-EA30-4D00-9FE8-A4F565036854}">
      <dgm:prSet/>
      <dgm:spPr/>
      <dgm:t>
        <a:bodyPr/>
        <a:lstStyle/>
        <a:p>
          <a:endParaRPr kumimoji="1" lang="ja-JP" altLang="en-US"/>
        </a:p>
      </dgm:t>
    </dgm:pt>
    <dgm:pt modelId="{E3BEE75A-6877-4F62-AAA3-6D94A32156F8}">
      <dgm:prSet phldrT="[テキスト]" custT="1"/>
      <dgm:spPr/>
      <dgm:t>
        <a:bodyPr/>
        <a:lstStyle/>
        <a:p>
          <a:r>
            <a:rPr kumimoji="1" lang="ja-JP" altLang="en-US" sz="2000" dirty="0"/>
            <a:t>北海道での事例を作る</a:t>
          </a:r>
        </a:p>
      </dgm:t>
    </dgm:pt>
    <dgm:pt modelId="{1B045C66-B74C-4A44-9C03-D7CF73C2198D}" type="parTrans" cxnId="{C2E25706-DB31-43D5-9295-B248AB0C9211}">
      <dgm:prSet/>
      <dgm:spPr/>
      <dgm:t>
        <a:bodyPr/>
        <a:lstStyle/>
        <a:p>
          <a:endParaRPr kumimoji="1" lang="ja-JP" altLang="en-US"/>
        </a:p>
      </dgm:t>
    </dgm:pt>
    <dgm:pt modelId="{391386A2-08C8-4C2E-B5B7-EE1AC7699A42}" type="sibTrans" cxnId="{C2E25706-DB31-43D5-9295-B248AB0C9211}">
      <dgm:prSet/>
      <dgm:spPr/>
      <dgm:t>
        <a:bodyPr/>
        <a:lstStyle/>
        <a:p>
          <a:endParaRPr kumimoji="1" lang="ja-JP" altLang="en-US"/>
        </a:p>
      </dgm:t>
    </dgm:pt>
    <dgm:pt modelId="{1154B8CB-92C6-4329-982D-5D627FE9CB53}" type="pres">
      <dgm:prSet presAssocID="{3B12A68C-7AE1-455A-B01B-F01677930630}" presName="Name0" presStyleCnt="0">
        <dgm:presLayoutVars>
          <dgm:dir/>
          <dgm:animLvl val="lvl"/>
          <dgm:resizeHandles val="exact"/>
        </dgm:presLayoutVars>
      </dgm:prSet>
      <dgm:spPr/>
    </dgm:pt>
    <dgm:pt modelId="{8453DB8E-1055-4504-992A-2B84E2DC22B3}" type="pres">
      <dgm:prSet presAssocID="{2523E3BB-83F3-4F07-93B2-D34CDF8BB1C1}" presName="composite" presStyleCnt="0"/>
      <dgm:spPr/>
    </dgm:pt>
    <dgm:pt modelId="{39AB6D78-6172-4CA3-B9C2-DAE2AFB63533}" type="pres">
      <dgm:prSet presAssocID="{2523E3BB-83F3-4F07-93B2-D34CDF8BB1C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AB02356-876D-4ED9-8B31-790BBB7AE6CB}" type="pres">
      <dgm:prSet presAssocID="{2523E3BB-83F3-4F07-93B2-D34CDF8BB1C1}" presName="desTx" presStyleLbl="alignAccFollowNode1" presStyleIdx="0" presStyleCnt="3">
        <dgm:presLayoutVars>
          <dgm:bulletEnabled val="1"/>
        </dgm:presLayoutVars>
      </dgm:prSet>
      <dgm:spPr/>
    </dgm:pt>
    <dgm:pt modelId="{92964614-6612-4774-A527-E498D885FD48}" type="pres">
      <dgm:prSet presAssocID="{48745508-C8E1-4412-BB2B-01B06A16C0CC}" presName="space" presStyleCnt="0"/>
      <dgm:spPr/>
    </dgm:pt>
    <dgm:pt modelId="{835402C1-DF36-40FF-8D8C-CE2135EB7B5D}" type="pres">
      <dgm:prSet presAssocID="{DB3933D3-B24A-4396-8B6E-086C3BB0E78E}" presName="composite" presStyleCnt="0"/>
      <dgm:spPr/>
    </dgm:pt>
    <dgm:pt modelId="{FF1DF26C-1D07-4584-881C-0939C6709556}" type="pres">
      <dgm:prSet presAssocID="{DB3933D3-B24A-4396-8B6E-086C3BB0E78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BE9209A-5682-4878-B243-AEB0E36DF2E0}" type="pres">
      <dgm:prSet presAssocID="{DB3933D3-B24A-4396-8B6E-086C3BB0E78E}" presName="desTx" presStyleLbl="alignAccFollowNode1" presStyleIdx="1" presStyleCnt="3">
        <dgm:presLayoutVars>
          <dgm:bulletEnabled val="1"/>
        </dgm:presLayoutVars>
      </dgm:prSet>
      <dgm:spPr/>
    </dgm:pt>
    <dgm:pt modelId="{70A7A524-BB25-458B-8C11-A1CB60AE3ED5}" type="pres">
      <dgm:prSet presAssocID="{0DABB348-1DC7-4804-92C2-671A0AA77F36}" presName="space" presStyleCnt="0"/>
      <dgm:spPr/>
    </dgm:pt>
    <dgm:pt modelId="{BD7DB4A9-638B-4A1D-9BC9-C2B67C487008}" type="pres">
      <dgm:prSet presAssocID="{D9368674-CC16-4094-97E2-B66B658D1036}" presName="composite" presStyleCnt="0"/>
      <dgm:spPr/>
    </dgm:pt>
    <dgm:pt modelId="{F8D63B37-7F41-41F3-91FB-3A7907CBA48D}" type="pres">
      <dgm:prSet presAssocID="{D9368674-CC16-4094-97E2-B66B658D10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F2BDD46-7125-4700-BDF9-533CE779C5D8}" type="pres">
      <dgm:prSet presAssocID="{D9368674-CC16-4094-97E2-B66B658D10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2E25706-DB31-43D5-9295-B248AB0C9211}" srcId="{D9368674-CC16-4094-97E2-B66B658D1036}" destId="{E3BEE75A-6877-4F62-AAA3-6D94A32156F8}" srcOrd="2" destOrd="0" parTransId="{1B045C66-B74C-4A44-9C03-D7CF73C2198D}" sibTransId="{391386A2-08C8-4C2E-B5B7-EE1AC7699A42}"/>
    <dgm:cxn modelId="{4D997D06-051F-4B0A-A2B9-AFE3D4C23719}" type="presOf" srcId="{478A4BBE-0BA0-411C-BAD1-F4F5806A8B90}" destId="{5AB02356-876D-4ED9-8B31-790BBB7AE6CB}" srcOrd="0" destOrd="0" presId="urn:microsoft.com/office/officeart/2005/8/layout/hList1"/>
    <dgm:cxn modelId="{BE0F4A1C-9CCE-4B93-84D5-3A9C8817E57E}" type="presOf" srcId="{2523E3BB-83F3-4F07-93B2-D34CDF8BB1C1}" destId="{39AB6D78-6172-4CA3-B9C2-DAE2AFB63533}" srcOrd="0" destOrd="0" presId="urn:microsoft.com/office/officeart/2005/8/layout/hList1"/>
    <dgm:cxn modelId="{98634C2A-46F6-4930-ACFE-17BAC8FA3709}" srcId="{3B12A68C-7AE1-455A-B01B-F01677930630}" destId="{D9368674-CC16-4094-97E2-B66B658D1036}" srcOrd="2" destOrd="0" parTransId="{5020ED81-F75E-4A2D-B8A9-7B5D925D1782}" sibTransId="{07A0DA49-1666-43CD-B82A-B5CC0EDA79C9}"/>
    <dgm:cxn modelId="{722A8E32-2E51-43AB-9F4E-E31EB676DDE7}" type="presOf" srcId="{DB3933D3-B24A-4396-8B6E-086C3BB0E78E}" destId="{FF1DF26C-1D07-4584-881C-0939C6709556}" srcOrd="0" destOrd="0" presId="urn:microsoft.com/office/officeart/2005/8/layout/hList1"/>
    <dgm:cxn modelId="{4052746C-8D1E-45E2-B4AA-741084F5A806}" srcId="{DB3933D3-B24A-4396-8B6E-086C3BB0E78E}" destId="{86C088B8-3371-4F1E-8617-919C2ABB99CE}" srcOrd="0" destOrd="0" parTransId="{22130531-44F9-47D4-A4C8-07D913EB7BC8}" sibTransId="{0C9D9AFA-06D5-4A77-9397-7B8BA21F8531}"/>
    <dgm:cxn modelId="{4597CC4C-E7D1-48E6-B558-1288BAB6256A}" type="presOf" srcId="{E3BEE75A-6877-4F62-AAA3-6D94A32156F8}" destId="{7F2BDD46-7125-4700-BDF9-533CE779C5D8}" srcOrd="0" destOrd="2" presId="urn:microsoft.com/office/officeart/2005/8/layout/hList1"/>
    <dgm:cxn modelId="{F242EA54-6500-421B-9D52-DEC6BA6117E0}" srcId="{D9368674-CC16-4094-97E2-B66B658D1036}" destId="{6D0FFFF8-CA80-4851-8897-3750928BB5F6}" srcOrd="1" destOrd="0" parTransId="{08155A26-55D2-4BB5-B32C-0BCB495403C0}" sibTransId="{BB9DFEA4-C0E7-49BF-A40D-4C4947E8280F}"/>
    <dgm:cxn modelId="{D0180079-EA30-4D00-9FE8-A4F565036854}" srcId="{DB3933D3-B24A-4396-8B6E-086C3BB0E78E}" destId="{09CA38A8-1C3D-4525-BDB0-3D3606C6BDB7}" srcOrd="2" destOrd="0" parTransId="{638F2952-3DB9-4E8C-A07A-1463D068C430}" sibTransId="{154639AD-A409-4779-8AC3-A3CFEDF940FC}"/>
    <dgm:cxn modelId="{68232559-F4FD-494F-9A6C-E6D681848BD9}" type="presOf" srcId="{3B12A68C-7AE1-455A-B01B-F01677930630}" destId="{1154B8CB-92C6-4329-982D-5D627FE9CB53}" srcOrd="0" destOrd="0" presId="urn:microsoft.com/office/officeart/2005/8/layout/hList1"/>
    <dgm:cxn modelId="{16D2707C-6316-4CE3-AB35-A818F5224557}" type="presOf" srcId="{86C088B8-3371-4F1E-8617-919C2ABB99CE}" destId="{EBE9209A-5682-4878-B243-AEB0E36DF2E0}" srcOrd="0" destOrd="0" presId="urn:microsoft.com/office/officeart/2005/8/layout/hList1"/>
    <dgm:cxn modelId="{38CCB781-CC62-4ED0-8F78-E31F4946BE6D}" type="presOf" srcId="{739E6DB9-D31A-42B3-992B-2104DD749BC0}" destId="{7F2BDD46-7125-4700-BDF9-533CE779C5D8}" srcOrd="0" destOrd="0" presId="urn:microsoft.com/office/officeart/2005/8/layout/hList1"/>
    <dgm:cxn modelId="{507DFA82-7BA9-4FBD-9944-226F5792159A}" srcId="{D9368674-CC16-4094-97E2-B66B658D1036}" destId="{739E6DB9-D31A-42B3-992B-2104DD749BC0}" srcOrd="0" destOrd="0" parTransId="{B63CC291-7D1B-478F-BF74-7CF9F192E171}" sibTransId="{F6660FCD-CC78-40CB-B32F-C6DFB8B4A235}"/>
    <dgm:cxn modelId="{00472FA0-A3E1-40D5-84BD-6FBE2103CAA9}" srcId="{2523E3BB-83F3-4F07-93B2-D34CDF8BB1C1}" destId="{478A4BBE-0BA0-411C-BAD1-F4F5806A8B90}" srcOrd="0" destOrd="0" parTransId="{FA1FD404-CEEF-4398-988C-152DF3D6353B}" sibTransId="{F324E2D9-6D8B-49E8-989F-4A72472C099C}"/>
    <dgm:cxn modelId="{856430A1-773E-4998-84A2-A72FFCD2EFAA}" srcId="{3B12A68C-7AE1-455A-B01B-F01677930630}" destId="{2523E3BB-83F3-4F07-93B2-D34CDF8BB1C1}" srcOrd="0" destOrd="0" parTransId="{AC06FCF1-DF34-41FD-94B7-6A6718FCAB32}" sibTransId="{48745508-C8E1-4412-BB2B-01B06A16C0CC}"/>
    <dgm:cxn modelId="{2691F9A2-6289-482A-9196-F70F41E1CB04}" type="presOf" srcId="{6D0FFFF8-CA80-4851-8897-3750928BB5F6}" destId="{7F2BDD46-7125-4700-BDF9-533CE779C5D8}" srcOrd="0" destOrd="1" presId="urn:microsoft.com/office/officeart/2005/8/layout/hList1"/>
    <dgm:cxn modelId="{316DFCAC-3A98-4F2D-9DE0-D2A25B6EF449}" srcId="{DB3933D3-B24A-4396-8B6E-086C3BB0E78E}" destId="{03C8891B-E148-41B7-AAC2-01AA08C5FE23}" srcOrd="1" destOrd="0" parTransId="{9335A80A-555C-4989-B47D-A08220B57342}" sibTransId="{FAAED83B-B50C-477C-A505-1F3F24FFD827}"/>
    <dgm:cxn modelId="{470545B9-11D9-4351-8680-BA35DA5AAC5A}" type="presOf" srcId="{D9368674-CC16-4094-97E2-B66B658D1036}" destId="{F8D63B37-7F41-41F3-91FB-3A7907CBA48D}" srcOrd="0" destOrd="0" presId="urn:microsoft.com/office/officeart/2005/8/layout/hList1"/>
    <dgm:cxn modelId="{8F831DBE-A815-4B99-97CD-8478B97F17FE}" type="presOf" srcId="{09CA38A8-1C3D-4525-BDB0-3D3606C6BDB7}" destId="{EBE9209A-5682-4878-B243-AEB0E36DF2E0}" srcOrd="0" destOrd="2" presId="urn:microsoft.com/office/officeart/2005/8/layout/hList1"/>
    <dgm:cxn modelId="{C544B7C7-0DDB-433D-9AFC-885A15CA2CFF}" type="presOf" srcId="{03C8891B-E148-41B7-AAC2-01AA08C5FE23}" destId="{EBE9209A-5682-4878-B243-AEB0E36DF2E0}" srcOrd="0" destOrd="1" presId="urn:microsoft.com/office/officeart/2005/8/layout/hList1"/>
    <dgm:cxn modelId="{104C0DE6-1F64-44B7-BD84-CEF3E431DD71}" srcId="{3B12A68C-7AE1-455A-B01B-F01677930630}" destId="{DB3933D3-B24A-4396-8B6E-086C3BB0E78E}" srcOrd="1" destOrd="0" parTransId="{A6A6B818-A1F9-4D57-BB8E-3197F2A2933B}" sibTransId="{0DABB348-1DC7-4804-92C2-671A0AA77F36}"/>
    <dgm:cxn modelId="{F970F32B-A2EF-4826-B011-D6B24A95EFA4}" type="presParOf" srcId="{1154B8CB-92C6-4329-982D-5D627FE9CB53}" destId="{8453DB8E-1055-4504-992A-2B84E2DC22B3}" srcOrd="0" destOrd="0" presId="urn:microsoft.com/office/officeart/2005/8/layout/hList1"/>
    <dgm:cxn modelId="{709EB0F8-EE11-4803-BF33-972BEACC8023}" type="presParOf" srcId="{8453DB8E-1055-4504-992A-2B84E2DC22B3}" destId="{39AB6D78-6172-4CA3-B9C2-DAE2AFB63533}" srcOrd="0" destOrd="0" presId="urn:microsoft.com/office/officeart/2005/8/layout/hList1"/>
    <dgm:cxn modelId="{F8C0B265-3AFD-4EB4-9AE1-866C376E3F19}" type="presParOf" srcId="{8453DB8E-1055-4504-992A-2B84E2DC22B3}" destId="{5AB02356-876D-4ED9-8B31-790BBB7AE6CB}" srcOrd="1" destOrd="0" presId="urn:microsoft.com/office/officeart/2005/8/layout/hList1"/>
    <dgm:cxn modelId="{DFDD5738-4EC7-403A-84E2-66F2EC7D3044}" type="presParOf" srcId="{1154B8CB-92C6-4329-982D-5D627FE9CB53}" destId="{92964614-6612-4774-A527-E498D885FD48}" srcOrd="1" destOrd="0" presId="urn:microsoft.com/office/officeart/2005/8/layout/hList1"/>
    <dgm:cxn modelId="{4503B283-7C4B-4399-BE96-5F2A46FC282E}" type="presParOf" srcId="{1154B8CB-92C6-4329-982D-5D627FE9CB53}" destId="{835402C1-DF36-40FF-8D8C-CE2135EB7B5D}" srcOrd="2" destOrd="0" presId="urn:microsoft.com/office/officeart/2005/8/layout/hList1"/>
    <dgm:cxn modelId="{AC01DC99-3512-49BF-8FB9-B4BA7EE92CA1}" type="presParOf" srcId="{835402C1-DF36-40FF-8D8C-CE2135EB7B5D}" destId="{FF1DF26C-1D07-4584-881C-0939C6709556}" srcOrd="0" destOrd="0" presId="urn:microsoft.com/office/officeart/2005/8/layout/hList1"/>
    <dgm:cxn modelId="{7EECD3AC-A8D0-40F1-B236-C9C9128521F0}" type="presParOf" srcId="{835402C1-DF36-40FF-8D8C-CE2135EB7B5D}" destId="{EBE9209A-5682-4878-B243-AEB0E36DF2E0}" srcOrd="1" destOrd="0" presId="urn:microsoft.com/office/officeart/2005/8/layout/hList1"/>
    <dgm:cxn modelId="{6DA51D47-F4A7-47E5-BBC1-A60E208139E4}" type="presParOf" srcId="{1154B8CB-92C6-4329-982D-5D627FE9CB53}" destId="{70A7A524-BB25-458B-8C11-A1CB60AE3ED5}" srcOrd="3" destOrd="0" presId="urn:microsoft.com/office/officeart/2005/8/layout/hList1"/>
    <dgm:cxn modelId="{B1721CD7-854D-4FFE-9D95-D196387F5C2A}" type="presParOf" srcId="{1154B8CB-92C6-4329-982D-5D627FE9CB53}" destId="{BD7DB4A9-638B-4A1D-9BC9-C2B67C487008}" srcOrd="4" destOrd="0" presId="urn:microsoft.com/office/officeart/2005/8/layout/hList1"/>
    <dgm:cxn modelId="{1C1E858A-ACF8-4C80-BA7E-C6F3A2630274}" type="presParOf" srcId="{BD7DB4A9-638B-4A1D-9BC9-C2B67C487008}" destId="{F8D63B37-7F41-41F3-91FB-3A7907CBA48D}" srcOrd="0" destOrd="0" presId="urn:microsoft.com/office/officeart/2005/8/layout/hList1"/>
    <dgm:cxn modelId="{E490DDFA-F51F-4CAB-8F47-D21A7EC21628}" type="presParOf" srcId="{BD7DB4A9-638B-4A1D-9BC9-C2B67C487008}" destId="{7F2BDD46-7125-4700-BDF9-533CE779C5D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B6D78-6172-4CA3-B9C2-DAE2AFB63533}">
      <dsp:nvSpPr>
        <dsp:cNvPr id="0" name=""/>
        <dsp:cNvSpPr/>
      </dsp:nvSpPr>
      <dsp:spPr>
        <a:xfrm>
          <a:off x="2699" y="3985"/>
          <a:ext cx="2631882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600" b="1" kern="1200" dirty="0">
              <a:solidFill>
                <a:schemeClr val="tx1"/>
              </a:solidFill>
            </a:rPr>
            <a:t>サーキュラーエコノミー</a:t>
          </a:r>
        </a:p>
      </dsp:txBody>
      <dsp:txXfrm>
        <a:off x="2699" y="3985"/>
        <a:ext cx="2631882" cy="892800"/>
      </dsp:txXfrm>
    </dsp:sp>
    <dsp:sp modelId="{5AB02356-876D-4ED9-8B31-790BBB7AE6CB}">
      <dsp:nvSpPr>
        <dsp:cNvPr id="0" name=""/>
        <dsp:cNvSpPr/>
      </dsp:nvSpPr>
      <dsp:spPr>
        <a:xfrm>
          <a:off x="2699" y="896785"/>
          <a:ext cx="2631882" cy="15317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食品ロス削減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リサイクル資源活用</a:t>
          </a:r>
        </a:p>
      </dsp:txBody>
      <dsp:txXfrm>
        <a:off x="2699" y="896785"/>
        <a:ext cx="2631882" cy="1531710"/>
      </dsp:txXfrm>
    </dsp:sp>
    <dsp:sp modelId="{FF1DF26C-1D07-4584-881C-0939C6709556}">
      <dsp:nvSpPr>
        <dsp:cNvPr id="0" name=""/>
        <dsp:cNvSpPr/>
      </dsp:nvSpPr>
      <dsp:spPr>
        <a:xfrm>
          <a:off x="3003045" y="3985"/>
          <a:ext cx="2631882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b="1" kern="1200" dirty="0">
              <a:solidFill>
                <a:schemeClr val="tx1"/>
              </a:solidFill>
            </a:rPr>
            <a:t>地方創生子ども支援</a:t>
          </a:r>
        </a:p>
      </dsp:txBody>
      <dsp:txXfrm>
        <a:off x="3003045" y="3985"/>
        <a:ext cx="2631882" cy="892800"/>
      </dsp:txXfrm>
    </dsp:sp>
    <dsp:sp modelId="{EBE9209A-5682-4878-B243-AEB0E36DF2E0}">
      <dsp:nvSpPr>
        <dsp:cNvPr id="0" name=""/>
        <dsp:cNvSpPr/>
      </dsp:nvSpPr>
      <dsp:spPr>
        <a:xfrm>
          <a:off x="3003045" y="896785"/>
          <a:ext cx="2631882" cy="15317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こどもふるさと便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フードバンク</a:t>
          </a:r>
        </a:p>
      </dsp:txBody>
      <dsp:txXfrm>
        <a:off x="3003045" y="896785"/>
        <a:ext cx="2631882" cy="1531710"/>
      </dsp:txXfrm>
    </dsp:sp>
    <dsp:sp modelId="{F8D63B37-7F41-41F3-91FB-3A7907CBA48D}">
      <dsp:nvSpPr>
        <dsp:cNvPr id="0" name=""/>
        <dsp:cNvSpPr/>
      </dsp:nvSpPr>
      <dsp:spPr>
        <a:xfrm>
          <a:off x="6003391" y="3985"/>
          <a:ext cx="2631882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b="1" kern="1200" dirty="0">
              <a:solidFill>
                <a:schemeClr val="tx1"/>
              </a:solidFill>
            </a:rPr>
            <a:t>保育園ネットスーパー</a:t>
          </a:r>
        </a:p>
      </dsp:txBody>
      <dsp:txXfrm>
        <a:off x="6003391" y="3985"/>
        <a:ext cx="2631882" cy="892800"/>
      </dsp:txXfrm>
    </dsp:sp>
    <dsp:sp modelId="{7F2BDD46-7125-4700-BDF9-533CE779C5D8}">
      <dsp:nvSpPr>
        <dsp:cNvPr id="0" name=""/>
        <dsp:cNvSpPr/>
      </dsp:nvSpPr>
      <dsp:spPr>
        <a:xfrm>
          <a:off x="6003391" y="896785"/>
          <a:ext cx="2631882" cy="15317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ネット注文、保育園受け取りサービス</a:t>
          </a:r>
          <a:br>
            <a:rPr kumimoji="1" lang="en-US" altLang="ja-JP" sz="1800" kern="1200" dirty="0"/>
          </a:br>
          <a:endParaRPr kumimoji="1" lang="ja-JP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800" kern="1200" dirty="0"/>
            <a:t>※</a:t>
          </a:r>
          <a:r>
            <a:rPr kumimoji="1" lang="ja-JP" altLang="en-US" sz="1800" kern="1200" dirty="0"/>
            <a:t>現在休止中</a:t>
          </a:r>
        </a:p>
      </dsp:txBody>
      <dsp:txXfrm>
        <a:off x="6003391" y="896785"/>
        <a:ext cx="2631882" cy="1531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C7322-A8D7-473E-957E-DB84F6D906CC}">
      <dsp:nvSpPr>
        <dsp:cNvPr id="0" name=""/>
        <dsp:cNvSpPr/>
      </dsp:nvSpPr>
      <dsp:spPr>
        <a:xfrm>
          <a:off x="42" y="33364"/>
          <a:ext cx="4028099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b="1" kern="1200" dirty="0">
              <a:solidFill>
                <a:schemeClr val="tx1"/>
              </a:solidFill>
            </a:rPr>
            <a:t>理念への共感</a:t>
          </a:r>
          <a:r>
            <a:rPr kumimoji="1" lang="en-US" altLang="ja-JP" sz="2000" b="1" kern="1200" dirty="0">
              <a:solidFill>
                <a:schemeClr val="tx1"/>
              </a:solidFill>
            </a:rPr>
            <a:t>	</a:t>
          </a:r>
          <a:endParaRPr kumimoji="1" lang="ja-JP" altLang="en-US" sz="2000" b="1" kern="1200" dirty="0">
            <a:solidFill>
              <a:schemeClr val="tx1"/>
            </a:solidFill>
          </a:endParaRPr>
        </a:p>
      </dsp:txBody>
      <dsp:txXfrm>
        <a:off x="42" y="33364"/>
        <a:ext cx="4028099" cy="576000"/>
      </dsp:txXfrm>
    </dsp:sp>
    <dsp:sp modelId="{34B96700-448E-4E9C-A670-150DCAB8C43D}">
      <dsp:nvSpPr>
        <dsp:cNvPr id="0" name=""/>
        <dsp:cNvSpPr/>
      </dsp:nvSpPr>
      <dsp:spPr>
        <a:xfrm>
          <a:off x="42" y="609364"/>
          <a:ext cx="4028099" cy="24910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生まれた環境による機会格差を実感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知的障害を持つ息子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子どもの将来への不安</a:t>
          </a:r>
        </a:p>
      </dsp:txBody>
      <dsp:txXfrm>
        <a:off x="42" y="609364"/>
        <a:ext cx="4028099" cy="2491087"/>
      </dsp:txXfrm>
    </dsp:sp>
    <dsp:sp modelId="{A59D234C-0AE9-471F-BAC9-3035E8A6CC65}">
      <dsp:nvSpPr>
        <dsp:cNvPr id="0" name=""/>
        <dsp:cNvSpPr/>
      </dsp:nvSpPr>
      <dsp:spPr>
        <a:xfrm>
          <a:off x="4592075" y="33364"/>
          <a:ext cx="4028099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b="1" kern="1200" dirty="0">
              <a:solidFill>
                <a:schemeClr val="tx1"/>
              </a:solidFill>
            </a:rPr>
            <a:t>即戦力スキル・経験</a:t>
          </a:r>
        </a:p>
      </dsp:txBody>
      <dsp:txXfrm>
        <a:off x="4592075" y="33364"/>
        <a:ext cx="4028099" cy="576000"/>
      </dsp:txXfrm>
    </dsp:sp>
    <dsp:sp modelId="{71A614C8-F3B6-4B08-AFD7-5242A2830FA6}">
      <dsp:nvSpPr>
        <dsp:cNvPr id="0" name=""/>
        <dsp:cNvSpPr/>
      </dsp:nvSpPr>
      <dsp:spPr>
        <a:xfrm>
          <a:off x="4592075" y="609364"/>
          <a:ext cx="4028099" cy="24910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道内各ＪＡ経営層や連合会との人脈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一次産業組織の意思決定プロセスを理解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異なるステークホルダーを巻き込み地域課題解決の経験</a:t>
          </a:r>
        </a:p>
      </dsp:txBody>
      <dsp:txXfrm>
        <a:off x="4592075" y="609364"/>
        <a:ext cx="4028099" cy="2491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B6D78-6172-4CA3-B9C2-DAE2AFB63533}">
      <dsp:nvSpPr>
        <dsp:cNvPr id="0" name=""/>
        <dsp:cNvSpPr/>
      </dsp:nvSpPr>
      <dsp:spPr>
        <a:xfrm>
          <a:off x="2699" y="549726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事業理解</a:t>
          </a:r>
        </a:p>
      </dsp:txBody>
      <dsp:txXfrm>
        <a:off x="2699" y="549726"/>
        <a:ext cx="2631882" cy="1052752"/>
      </dsp:txXfrm>
    </dsp:sp>
    <dsp:sp modelId="{5AB02356-876D-4ED9-8B31-790BBB7AE6CB}">
      <dsp:nvSpPr>
        <dsp:cNvPr id="0" name=""/>
        <dsp:cNvSpPr/>
      </dsp:nvSpPr>
      <dsp:spPr>
        <a:xfrm>
          <a:off x="2699" y="1602479"/>
          <a:ext cx="26318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小売店や保険会社と連携し、廃棄される食品を支援現場へつなぐ</a:t>
          </a:r>
        </a:p>
      </dsp:txBody>
      <dsp:txXfrm>
        <a:off x="2699" y="1602479"/>
        <a:ext cx="2631882" cy="2854800"/>
      </dsp:txXfrm>
    </dsp:sp>
    <dsp:sp modelId="{FF1DF26C-1D07-4584-881C-0939C6709556}">
      <dsp:nvSpPr>
        <dsp:cNvPr id="0" name=""/>
        <dsp:cNvSpPr/>
      </dsp:nvSpPr>
      <dsp:spPr>
        <a:xfrm>
          <a:off x="3003045" y="549726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活かせる経験</a:t>
          </a:r>
        </a:p>
      </dsp:txBody>
      <dsp:txXfrm>
        <a:off x="3003045" y="549726"/>
        <a:ext cx="2631882" cy="1052752"/>
      </dsp:txXfrm>
    </dsp:sp>
    <dsp:sp modelId="{EBE9209A-5682-4878-B243-AEB0E36DF2E0}">
      <dsp:nvSpPr>
        <dsp:cNvPr id="0" name=""/>
        <dsp:cNvSpPr/>
      </dsp:nvSpPr>
      <dsp:spPr>
        <a:xfrm>
          <a:off x="3003045" y="1602479"/>
          <a:ext cx="26318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ホクレン商事営業担当経験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スーパーでの副業経験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共栄火災営業担当経験</a:t>
          </a:r>
        </a:p>
      </dsp:txBody>
      <dsp:txXfrm>
        <a:off x="3003045" y="1602479"/>
        <a:ext cx="2631882" cy="2854800"/>
      </dsp:txXfrm>
    </dsp:sp>
    <dsp:sp modelId="{F8D63B37-7F41-41F3-91FB-3A7907CBA48D}">
      <dsp:nvSpPr>
        <dsp:cNvPr id="0" name=""/>
        <dsp:cNvSpPr/>
      </dsp:nvSpPr>
      <dsp:spPr>
        <a:xfrm>
          <a:off x="6003391" y="549726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行動計画</a:t>
          </a:r>
        </a:p>
      </dsp:txBody>
      <dsp:txXfrm>
        <a:off x="6003391" y="549726"/>
        <a:ext cx="2631882" cy="1052752"/>
      </dsp:txXfrm>
    </dsp:sp>
    <dsp:sp modelId="{7F2BDD46-7125-4700-BDF9-533CE779C5D8}">
      <dsp:nvSpPr>
        <dsp:cNvPr id="0" name=""/>
        <dsp:cNvSpPr/>
      </dsp:nvSpPr>
      <dsp:spPr>
        <a:xfrm>
          <a:off x="6003391" y="1602479"/>
          <a:ext cx="26318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人脈を活かした営業活動と新規開拓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不足知識の習得（物流の流れ等）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北海道での事例を作る！</a:t>
          </a:r>
        </a:p>
      </dsp:txBody>
      <dsp:txXfrm>
        <a:off x="6003391" y="1602479"/>
        <a:ext cx="2631882" cy="2854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B6D78-6172-4CA3-B9C2-DAE2AFB63533}">
      <dsp:nvSpPr>
        <dsp:cNvPr id="0" name=""/>
        <dsp:cNvSpPr/>
      </dsp:nvSpPr>
      <dsp:spPr>
        <a:xfrm>
          <a:off x="2699" y="49575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事業理解</a:t>
          </a:r>
        </a:p>
      </dsp:txBody>
      <dsp:txXfrm>
        <a:off x="2699" y="49575"/>
        <a:ext cx="2631882" cy="1052752"/>
      </dsp:txXfrm>
    </dsp:sp>
    <dsp:sp modelId="{5AB02356-876D-4ED9-8B31-790BBB7AE6CB}">
      <dsp:nvSpPr>
        <dsp:cNvPr id="0" name=""/>
        <dsp:cNvSpPr/>
      </dsp:nvSpPr>
      <dsp:spPr>
        <a:xfrm>
          <a:off x="2699" y="1102327"/>
          <a:ext cx="2631882" cy="35684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企業廃棄物を回収・再生し、資材として再供給する「コスト削減</a:t>
          </a:r>
          <a:r>
            <a:rPr kumimoji="1" lang="en-US" altLang="ja-JP" sz="2000" kern="1200" dirty="0"/>
            <a:t>×</a:t>
          </a:r>
          <a:r>
            <a:rPr kumimoji="1" lang="ja-JP" altLang="en-US" sz="2000" kern="1200" dirty="0"/>
            <a:t>環境貢献」モデル</a:t>
          </a:r>
        </a:p>
      </dsp:txBody>
      <dsp:txXfrm>
        <a:off x="2699" y="1102327"/>
        <a:ext cx="2631882" cy="3568499"/>
      </dsp:txXfrm>
    </dsp:sp>
    <dsp:sp modelId="{FF1DF26C-1D07-4584-881C-0939C6709556}">
      <dsp:nvSpPr>
        <dsp:cNvPr id="0" name=""/>
        <dsp:cNvSpPr/>
      </dsp:nvSpPr>
      <dsp:spPr>
        <a:xfrm>
          <a:off x="3003045" y="49575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活かせる経験</a:t>
          </a:r>
        </a:p>
      </dsp:txBody>
      <dsp:txXfrm>
        <a:off x="3003045" y="49575"/>
        <a:ext cx="2631882" cy="1052752"/>
      </dsp:txXfrm>
    </dsp:sp>
    <dsp:sp modelId="{EBE9209A-5682-4878-B243-AEB0E36DF2E0}">
      <dsp:nvSpPr>
        <dsp:cNvPr id="0" name=""/>
        <dsp:cNvSpPr/>
      </dsp:nvSpPr>
      <dsp:spPr>
        <a:xfrm>
          <a:off x="3003045" y="1102327"/>
          <a:ext cx="2631882" cy="35684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ＪＡを軸に農業法人や物流、食品会社との業務経験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旅行業界の人脈（宿泊・食事・観光・輸送施設等）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地域課題解決へ向けて合意形成をしてきた経験</a:t>
          </a:r>
        </a:p>
      </dsp:txBody>
      <dsp:txXfrm>
        <a:off x="3003045" y="1102327"/>
        <a:ext cx="2631882" cy="3568499"/>
      </dsp:txXfrm>
    </dsp:sp>
    <dsp:sp modelId="{F8D63B37-7F41-41F3-91FB-3A7907CBA48D}">
      <dsp:nvSpPr>
        <dsp:cNvPr id="0" name=""/>
        <dsp:cNvSpPr/>
      </dsp:nvSpPr>
      <dsp:spPr>
        <a:xfrm>
          <a:off x="6003391" y="49575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行動計画</a:t>
          </a:r>
        </a:p>
      </dsp:txBody>
      <dsp:txXfrm>
        <a:off x="6003391" y="49575"/>
        <a:ext cx="2631882" cy="1052752"/>
      </dsp:txXfrm>
    </dsp:sp>
    <dsp:sp modelId="{7F2BDD46-7125-4700-BDF9-533CE779C5D8}">
      <dsp:nvSpPr>
        <dsp:cNvPr id="0" name=""/>
        <dsp:cNvSpPr/>
      </dsp:nvSpPr>
      <dsp:spPr>
        <a:xfrm>
          <a:off x="6003391" y="1102327"/>
          <a:ext cx="2631882" cy="35684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人脈を活かした営業先の開拓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不足知識の習得（専門知識、物流の流れ等）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北海道での事例を作る！</a:t>
          </a:r>
        </a:p>
      </dsp:txBody>
      <dsp:txXfrm>
        <a:off x="6003391" y="1102327"/>
        <a:ext cx="2631882" cy="35684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B6D78-6172-4CA3-B9C2-DAE2AFB63533}">
      <dsp:nvSpPr>
        <dsp:cNvPr id="0" name=""/>
        <dsp:cNvSpPr/>
      </dsp:nvSpPr>
      <dsp:spPr>
        <a:xfrm>
          <a:off x="2699" y="219994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事業理解</a:t>
          </a:r>
        </a:p>
      </dsp:txBody>
      <dsp:txXfrm>
        <a:off x="2699" y="219994"/>
        <a:ext cx="2631882" cy="1052752"/>
      </dsp:txXfrm>
    </dsp:sp>
    <dsp:sp modelId="{5AB02356-876D-4ED9-8B31-790BBB7AE6CB}">
      <dsp:nvSpPr>
        <dsp:cNvPr id="0" name=""/>
        <dsp:cNvSpPr/>
      </dsp:nvSpPr>
      <dsp:spPr>
        <a:xfrm>
          <a:off x="2699" y="1272746"/>
          <a:ext cx="26318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ふるさと納税を財源に、自治体・ＪＡと連携して地域の子供へ食を届ける官民連携事業</a:t>
          </a:r>
        </a:p>
      </dsp:txBody>
      <dsp:txXfrm>
        <a:off x="2699" y="1272746"/>
        <a:ext cx="2631882" cy="2854800"/>
      </dsp:txXfrm>
    </dsp:sp>
    <dsp:sp modelId="{FF1DF26C-1D07-4584-881C-0939C6709556}">
      <dsp:nvSpPr>
        <dsp:cNvPr id="0" name=""/>
        <dsp:cNvSpPr/>
      </dsp:nvSpPr>
      <dsp:spPr>
        <a:xfrm>
          <a:off x="3003045" y="219994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活かせる経験</a:t>
          </a:r>
        </a:p>
      </dsp:txBody>
      <dsp:txXfrm>
        <a:off x="3003045" y="219994"/>
        <a:ext cx="2631882" cy="1052752"/>
      </dsp:txXfrm>
    </dsp:sp>
    <dsp:sp modelId="{EBE9209A-5682-4878-B243-AEB0E36DF2E0}">
      <dsp:nvSpPr>
        <dsp:cNvPr id="0" name=""/>
        <dsp:cNvSpPr/>
      </dsp:nvSpPr>
      <dsp:spPr>
        <a:xfrm>
          <a:off x="3003045" y="1272746"/>
          <a:ext cx="26318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ホクレンの紹介はなくても、ＪＡへの営業可能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人を巻き込み合意形成をしてきた経験</a:t>
          </a:r>
        </a:p>
      </dsp:txBody>
      <dsp:txXfrm>
        <a:off x="3003045" y="1272746"/>
        <a:ext cx="2631882" cy="2854800"/>
      </dsp:txXfrm>
    </dsp:sp>
    <dsp:sp modelId="{F8D63B37-7F41-41F3-91FB-3A7907CBA48D}">
      <dsp:nvSpPr>
        <dsp:cNvPr id="0" name=""/>
        <dsp:cNvSpPr/>
      </dsp:nvSpPr>
      <dsp:spPr>
        <a:xfrm>
          <a:off x="6003391" y="219994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行動計画</a:t>
          </a:r>
        </a:p>
      </dsp:txBody>
      <dsp:txXfrm>
        <a:off x="6003391" y="219994"/>
        <a:ext cx="2631882" cy="1052752"/>
      </dsp:txXfrm>
    </dsp:sp>
    <dsp:sp modelId="{7F2BDD46-7125-4700-BDF9-533CE779C5D8}">
      <dsp:nvSpPr>
        <dsp:cNvPr id="0" name=""/>
        <dsp:cNvSpPr/>
      </dsp:nvSpPr>
      <dsp:spPr>
        <a:xfrm>
          <a:off x="6003391" y="1272746"/>
          <a:ext cx="26318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ＪＡや地方自治体へ営業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不足知識の習得（法律や物流等）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北海道での事例を拡大</a:t>
          </a:r>
        </a:p>
      </dsp:txBody>
      <dsp:txXfrm>
        <a:off x="6003391" y="1272746"/>
        <a:ext cx="2631882" cy="28548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B6D78-6172-4CA3-B9C2-DAE2AFB63533}">
      <dsp:nvSpPr>
        <dsp:cNvPr id="0" name=""/>
        <dsp:cNvSpPr/>
      </dsp:nvSpPr>
      <dsp:spPr>
        <a:xfrm>
          <a:off x="2699" y="371301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事業理解</a:t>
          </a:r>
        </a:p>
      </dsp:txBody>
      <dsp:txXfrm>
        <a:off x="2699" y="371301"/>
        <a:ext cx="2631882" cy="1052752"/>
      </dsp:txXfrm>
    </dsp:sp>
    <dsp:sp modelId="{5AB02356-876D-4ED9-8B31-790BBB7AE6CB}">
      <dsp:nvSpPr>
        <dsp:cNvPr id="0" name=""/>
        <dsp:cNvSpPr/>
      </dsp:nvSpPr>
      <dsp:spPr>
        <a:xfrm>
          <a:off x="2699" y="1424054"/>
          <a:ext cx="2631882" cy="3211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「有償型」も組み合わせた善意だけに頼らない持続可能な食支援インフラ</a:t>
          </a:r>
        </a:p>
      </dsp:txBody>
      <dsp:txXfrm>
        <a:off x="2699" y="1424054"/>
        <a:ext cx="2631882" cy="3211649"/>
      </dsp:txXfrm>
    </dsp:sp>
    <dsp:sp modelId="{FF1DF26C-1D07-4584-881C-0939C6709556}">
      <dsp:nvSpPr>
        <dsp:cNvPr id="0" name=""/>
        <dsp:cNvSpPr/>
      </dsp:nvSpPr>
      <dsp:spPr>
        <a:xfrm>
          <a:off x="3003045" y="371301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活かせる経験</a:t>
          </a:r>
        </a:p>
      </dsp:txBody>
      <dsp:txXfrm>
        <a:off x="3003045" y="371301"/>
        <a:ext cx="2631882" cy="1052752"/>
      </dsp:txXfrm>
    </dsp:sp>
    <dsp:sp modelId="{EBE9209A-5682-4878-B243-AEB0E36DF2E0}">
      <dsp:nvSpPr>
        <dsp:cNvPr id="0" name=""/>
        <dsp:cNvSpPr/>
      </dsp:nvSpPr>
      <dsp:spPr>
        <a:xfrm>
          <a:off x="3003045" y="1424054"/>
          <a:ext cx="2631882" cy="3211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ホクレンショップで副業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ホクレン商事営業担当経験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緑友会添乗を通しての食品会社経営人との人間関係</a:t>
          </a:r>
        </a:p>
      </dsp:txBody>
      <dsp:txXfrm>
        <a:off x="3003045" y="1424054"/>
        <a:ext cx="2631882" cy="3211649"/>
      </dsp:txXfrm>
    </dsp:sp>
    <dsp:sp modelId="{F8D63B37-7F41-41F3-91FB-3A7907CBA48D}">
      <dsp:nvSpPr>
        <dsp:cNvPr id="0" name=""/>
        <dsp:cNvSpPr/>
      </dsp:nvSpPr>
      <dsp:spPr>
        <a:xfrm>
          <a:off x="6003391" y="371301"/>
          <a:ext cx="2631882" cy="10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b="1" kern="1200" dirty="0">
              <a:solidFill>
                <a:schemeClr val="tx1"/>
              </a:solidFill>
            </a:rPr>
            <a:t>行動計画</a:t>
          </a:r>
        </a:p>
      </dsp:txBody>
      <dsp:txXfrm>
        <a:off x="6003391" y="371301"/>
        <a:ext cx="2631882" cy="1052752"/>
      </dsp:txXfrm>
    </dsp:sp>
    <dsp:sp modelId="{7F2BDD46-7125-4700-BDF9-533CE779C5D8}">
      <dsp:nvSpPr>
        <dsp:cNvPr id="0" name=""/>
        <dsp:cNvSpPr/>
      </dsp:nvSpPr>
      <dsp:spPr>
        <a:xfrm>
          <a:off x="6003391" y="1424054"/>
          <a:ext cx="2631882" cy="3211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人脈を活かした紹介を通して営業先の開拓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足りない知識の習得（具体的な物流の流れ等）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000" kern="1200" dirty="0"/>
            <a:t>北海道での事例を作る</a:t>
          </a:r>
        </a:p>
      </dsp:txBody>
      <dsp:txXfrm>
        <a:off x="6003391" y="1424054"/>
        <a:ext cx="2631882" cy="321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D6013FFC-D329-4FF8-9BC8-FFE8E8D1F6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5F6A0B-5567-4D11-80B7-10DBDC360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981AABE5-3EB0-44DC-A50C-9ECC2AD7D79D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9DCF89-947F-4E3D-989B-E8BCE04DA2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A1CBA3-44FC-4594-A94F-BBE947F7E2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54612B9B-7274-4937-A0F6-F268A2E54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073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4C6B61AB-15B3-4223-B177-55B9991F58BC}" type="datetimeFigureOut">
              <a:rPr kumimoji="1" lang="ja-JP" altLang="en-US" smtClean="0"/>
              <a:t>2026/4/9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37845A6F-6C25-47C6-B1CA-EE8C55389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96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レーム 7">
            <a:extLst>
              <a:ext uri="{FF2B5EF4-FFF2-40B4-BE49-F238E27FC236}">
                <a16:creationId xmlns:a16="http://schemas.microsoft.com/office/drawing/2014/main" id="{4A03B4E5-0046-4E76-8CAD-B6EC41F1629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frame">
            <a:avLst>
              <a:gd name="adj1" fmla="val 2525"/>
            </a:avLst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dirty="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3DAFB0-F594-4AF2-8121-5BCC43A72E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614" y="2322582"/>
            <a:ext cx="8402321" cy="594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ja-JP" altLang="en-US" sz="3600" b="1" spc="450" dirty="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kumimoji="1" lang="ja-JP" altLang="en-US" dirty="0"/>
              <a:t>タイトル</a:t>
            </a:r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F6FA79FF-6B06-4769-A247-60BDD3C18B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9615" y="3165557"/>
            <a:ext cx="8402321" cy="38708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135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20183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7432ECC-EBDB-486E-8758-7ED5E60A4800}"/>
              </a:ext>
            </a:extLst>
          </p:cNvPr>
          <p:cNvCxnSpPr>
            <a:cxnSpLocks/>
          </p:cNvCxnSpPr>
          <p:nvPr userDrawn="1"/>
        </p:nvCxnSpPr>
        <p:spPr>
          <a:xfrm>
            <a:off x="116840" y="544419"/>
            <a:ext cx="8910320" cy="0"/>
          </a:xfrm>
          <a:prstGeom prst="line">
            <a:avLst/>
          </a:prstGeom>
          <a:ln w="38100">
            <a:solidFill>
              <a:srgbClr val="009E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9FD681-AD6E-4CFA-8D48-1107A57BE543}"/>
              </a:ext>
            </a:extLst>
          </p:cNvPr>
          <p:cNvSpPr txBox="1"/>
          <p:nvPr userDrawn="1"/>
        </p:nvSpPr>
        <p:spPr>
          <a:xfrm>
            <a:off x="4345014" y="913594"/>
            <a:ext cx="4539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　</a:t>
            </a:r>
            <a:endParaRPr lang="en-US" altLang="ja-JP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E7E914-67A5-4F11-BD89-A6B84B01B8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40" y="736211"/>
            <a:ext cx="8402321" cy="41549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190CA2B8-856D-4A57-9FEA-560AD57B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0314" y="6440262"/>
            <a:ext cx="480296" cy="28121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84BA06D-05D3-4957-82D9-C2ACF915D29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F65359EA-A8C6-4B0C-A984-D317F72C60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21" y="136520"/>
            <a:ext cx="8910320" cy="3860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DE9E9B-D610-3040-EDEC-C28560B0A8F9}"/>
              </a:ext>
            </a:extLst>
          </p:cNvPr>
          <p:cNvSpPr/>
          <p:nvPr userDrawn="1"/>
        </p:nvSpPr>
        <p:spPr>
          <a:xfrm>
            <a:off x="-1" y="-4408"/>
            <a:ext cx="9144001" cy="103104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3590FA-9D32-92C3-667A-77C01BEF3AD5}"/>
              </a:ext>
            </a:extLst>
          </p:cNvPr>
          <p:cNvSpPr/>
          <p:nvPr userDrawn="1"/>
        </p:nvSpPr>
        <p:spPr>
          <a:xfrm>
            <a:off x="-1" y="6721480"/>
            <a:ext cx="9144000" cy="14557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363473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締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3AB1A9-441D-4BB1-A171-D9320E4C0060}"/>
              </a:ext>
            </a:extLst>
          </p:cNvPr>
          <p:cNvSpPr/>
          <p:nvPr userDrawn="1"/>
        </p:nvSpPr>
        <p:spPr>
          <a:xfrm>
            <a:off x="48461" y="62565"/>
            <a:ext cx="9047079" cy="6732873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DD3619-F49E-1844-4CDA-677CF8A87601}"/>
              </a:ext>
            </a:extLst>
          </p:cNvPr>
          <p:cNvSpPr/>
          <p:nvPr userDrawn="1"/>
        </p:nvSpPr>
        <p:spPr>
          <a:xfrm>
            <a:off x="-1" y="6721480"/>
            <a:ext cx="9144000" cy="14557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1050" dirty="0"/>
              <a:t>Copyright ©2025 </a:t>
            </a:r>
            <a:r>
              <a:rPr kumimoji="1" lang="en-US" altLang="ja-JP" sz="1050" dirty="0" err="1"/>
              <a:t>Nokyo</a:t>
            </a:r>
            <a:r>
              <a:rPr kumimoji="1" lang="en-US" altLang="ja-JP" sz="1050" dirty="0"/>
              <a:t> Tourist </a:t>
            </a:r>
            <a:r>
              <a:rPr kumimoji="1" lang="en-US" altLang="ja-JP" sz="1050" dirty="0" err="1"/>
              <a:t>CorporationAll</a:t>
            </a:r>
            <a:r>
              <a:rPr kumimoji="1" lang="en-US" altLang="ja-JP" sz="1050" dirty="0"/>
              <a:t> Rights Reserved.</a:t>
            </a:r>
            <a:endParaRPr kumimoji="1" lang="ja-JP" altLang="en-US" sz="1050" dirty="0"/>
          </a:p>
        </p:txBody>
      </p:sp>
      <p:pic>
        <p:nvPicPr>
          <p:cNvPr id="5" name="図 4" descr="ロゴ&#10;&#10;自動的に生成された説明">
            <a:extLst>
              <a:ext uri="{FF2B5EF4-FFF2-40B4-BE49-F238E27FC236}">
                <a16:creationId xmlns:a16="http://schemas.microsoft.com/office/drawing/2014/main" id="{8A804157-A452-617A-4BA0-83669928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07" y="6249387"/>
            <a:ext cx="756084" cy="465373"/>
          </a:xfrm>
          <a:prstGeom prst="rect">
            <a:avLst/>
          </a:prstGeom>
          <a:ln>
            <a:noFill/>
          </a:ln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C3E822-DC31-F39F-8252-F0D36BE59EC8}"/>
              </a:ext>
            </a:extLst>
          </p:cNvPr>
          <p:cNvSpPr/>
          <p:nvPr userDrawn="1"/>
        </p:nvSpPr>
        <p:spPr>
          <a:xfrm>
            <a:off x="-1" y="-4408"/>
            <a:ext cx="9144001" cy="103104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E511B2B-EBBC-FDAC-B00A-7F4542966B12}"/>
              </a:ext>
            </a:extLst>
          </p:cNvPr>
          <p:cNvSpPr/>
          <p:nvPr userDrawn="1"/>
        </p:nvSpPr>
        <p:spPr>
          <a:xfrm>
            <a:off x="0" y="71930"/>
            <a:ext cx="3204927" cy="6649550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43360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E06694-07DE-2883-1F2A-01382549C3AE}"/>
              </a:ext>
            </a:extLst>
          </p:cNvPr>
          <p:cNvSpPr/>
          <p:nvPr userDrawn="1"/>
        </p:nvSpPr>
        <p:spPr>
          <a:xfrm>
            <a:off x="-1" y="6721480"/>
            <a:ext cx="9144000" cy="145572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1050" dirty="0">
                <a:solidFill>
                  <a:srgbClr val="009E96"/>
                </a:solidFill>
              </a:rPr>
              <a:t>Copyright ©2025 </a:t>
            </a:r>
            <a:r>
              <a:rPr kumimoji="1" lang="en-US" altLang="ja-JP" sz="1050" dirty="0" err="1">
                <a:solidFill>
                  <a:srgbClr val="009E96"/>
                </a:solidFill>
              </a:rPr>
              <a:t>Nokyo</a:t>
            </a:r>
            <a:r>
              <a:rPr kumimoji="1" lang="en-US" altLang="ja-JP" sz="1050" dirty="0">
                <a:solidFill>
                  <a:srgbClr val="009E96"/>
                </a:solidFill>
              </a:rPr>
              <a:t> Tourist </a:t>
            </a:r>
            <a:r>
              <a:rPr kumimoji="1" lang="en-US" altLang="ja-JP" sz="1050" dirty="0" err="1">
                <a:solidFill>
                  <a:srgbClr val="009E96"/>
                </a:solidFill>
              </a:rPr>
              <a:t>CorporationAll</a:t>
            </a:r>
            <a:r>
              <a:rPr kumimoji="1" lang="en-US" altLang="ja-JP" sz="1050" dirty="0">
                <a:solidFill>
                  <a:srgbClr val="009E96"/>
                </a:solidFill>
              </a:rPr>
              <a:t> Rights Reserved.</a:t>
            </a:r>
            <a:endParaRPr kumimoji="1" lang="ja-JP" altLang="en-US" sz="1050" dirty="0">
              <a:solidFill>
                <a:srgbClr val="009E96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8ED2DDC-08A4-265E-AB61-3F0686B5BCC4}"/>
              </a:ext>
            </a:extLst>
          </p:cNvPr>
          <p:cNvSpPr/>
          <p:nvPr userDrawn="1"/>
        </p:nvSpPr>
        <p:spPr>
          <a:xfrm>
            <a:off x="-1" y="-4408"/>
            <a:ext cx="9144001" cy="103104"/>
          </a:xfrm>
          <a:prstGeom prst="rect">
            <a:avLst/>
          </a:prstGeom>
          <a:solidFill>
            <a:srgbClr val="009E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67192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86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60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04EF47-E8C9-B8C9-AE21-0E40DEDC0B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839" y="1772450"/>
            <a:ext cx="8402321" cy="1579087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kumimoji="1" lang="ja-JP" altLang="en-US" sz="4000" dirty="0"/>
              <a:t>「子どもの機会格差をなくす」を実現するために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56B9D2-EE55-EA86-F9E8-3E9EA29ED2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839" y="3638694"/>
            <a:ext cx="8402321" cy="387089"/>
          </a:xfrm>
        </p:spPr>
        <p:txBody>
          <a:bodyPr/>
          <a:lstStyle/>
          <a:p>
            <a:r>
              <a:rPr lang="ja-JP" altLang="en-US" sz="2000" dirty="0"/>
              <a:t>ネッスー事業の全道実装に向けた私の貢献とロードマップ</a:t>
            </a:r>
            <a:endParaRPr kumimoji="1" lang="ja-JP" altLang="en-US" sz="2000" dirty="0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850B81BD-01AE-AC3D-459F-19A631ACA26A}"/>
              </a:ext>
            </a:extLst>
          </p:cNvPr>
          <p:cNvSpPr txBox="1">
            <a:spLocks/>
          </p:cNvSpPr>
          <p:nvPr/>
        </p:nvSpPr>
        <p:spPr>
          <a:xfrm>
            <a:off x="5690586" y="6250208"/>
            <a:ext cx="3260127" cy="387089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kumimoji="1" sz="13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2000" dirty="0">
                <a:latin typeface="+mn-ea"/>
              </a:rPr>
              <a:t>2026.04.10 </a:t>
            </a:r>
            <a:r>
              <a:rPr lang="ja-JP" altLang="en-US" sz="2000" dirty="0">
                <a:latin typeface="+mn-ea"/>
              </a:rPr>
              <a:t>畑原 雅史</a:t>
            </a:r>
          </a:p>
        </p:txBody>
      </p:sp>
    </p:spTree>
    <p:extLst>
      <p:ext uri="{BB962C8B-B14F-4D97-AF65-F5344CB8AC3E}">
        <p14:creationId xmlns:p14="http://schemas.microsoft.com/office/powerpoint/2010/main" val="277636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030DC8-471B-411B-8F1F-F826E006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9FD593-9EF4-0F6C-D50C-FC144584B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私の理解する御社の事業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5FD5AC8-B6AC-AC04-5DA4-39CD1A9B9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ミッションを支える「</a:t>
            </a:r>
            <a:r>
              <a:rPr kumimoji="1" lang="en-US" altLang="ja-JP" dirty="0"/>
              <a:t>3</a:t>
            </a:r>
            <a:r>
              <a:rPr kumimoji="1" lang="ja-JP" altLang="en-US" dirty="0"/>
              <a:t>つの柱と</a:t>
            </a:r>
            <a:r>
              <a:rPr kumimoji="1" lang="en-US" altLang="ja-JP" dirty="0"/>
              <a:t>5</a:t>
            </a:r>
            <a:r>
              <a:rPr kumimoji="1" lang="ja-JP" altLang="en-US" dirty="0"/>
              <a:t>つのプロジェクト」</a:t>
            </a:r>
          </a:p>
        </p:txBody>
      </p:sp>
      <p:graphicFrame>
        <p:nvGraphicFramePr>
          <p:cNvPr id="10" name="図表 9">
            <a:extLst>
              <a:ext uri="{FF2B5EF4-FFF2-40B4-BE49-F238E27FC236}">
                <a16:creationId xmlns:a16="http://schemas.microsoft.com/office/drawing/2014/main" id="{9CA8C3CD-BAF7-3558-44CC-D6E5D0B424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579317"/>
              </p:ext>
            </p:extLst>
          </p:nvPr>
        </p:nvGraphicFramePr>
        <p:xfrm>
          <a:off x="253013" y="2222285"/>
          <a:ext cx="8637973" cy="2432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177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1493-14E8-CAFE-AC61-503C2AB5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7E2EE6-4F0F-B796-A685-762664BC1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D58FFA-7432-0A5E-FF16-39F749880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御社への志望動機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9312D5D-431B-8A1C-1E49-5FC314AA86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「理念への共感」と「即戦力として活かせるスキル・経験」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6A9E1791-72C2-2BB1-0757-AEA7A07B7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2485246"/>
              </p:ext>
            </p:extLst>
          </p:nvPr>
        </p:nvGraphicFramePr>
        <p:xfrm>
          <a:off x="261891" y="1862091"/>
          <a:ext cx="8620217" cy="3133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569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A384-9682-41C7-1CCC-6D72C4E4F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2D37DB9-69CF-AB12-24F1-77A6F748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04DA88-A133-500D-16AC-F9F01C7EA2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プロジェクト① 食品ロス削減について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5409DD8-B7FA-7E34-8BE3-08F5AB3991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ja-JP" altLang="en-US" dirty="0"/>
              <a:t>小売店・保険会社との関係を活用し、供給網を確立します</a:t>
            </a:r>
            <a:endParaRPr kumimoji="1" lang="ja-JP" altLang="en-US" dirty="0"/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26BE4C0-223F-38D7-4B54-25B062119B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9428452"/>
              </p:ext>
            </p:extLst>
          </p:nvPr>
        </p:nvGraphicFramePr>
        <p:xfrm>
          <a:off x="266329" y="1287262"/>
          <a:ext cx="8637973" cy="5007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598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56D5-BDA7-5E28-F7F4-43965E4B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7BB9B71-F451-994D-60DE-C22D3F59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09F3C3-BB51-DC68-810F-613AD0732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プロジェクト② リサイクル資源活用について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656F4A3-3B91-9358-CA4E-8B037A75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/>
              <a:t>既存顧客の深掘りと新規開拓から、資源循環のモデルを構築します</a:t>
            </a:r>
            <a:endParaRPr kumimoji="1" lang="ja-JP" altLang="en-US" dirty="0"/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5CE7BA32-D3B9-6991-BFA2-3C6CAEBA9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3652917"/>
              </p:ext>
            </p:extLst>
          </p:nvPr>
        </p:nvGraphicFramePr>
        <p:xfrm>
          <a:off x="253013" y="1573865"/>
          <a:ext cx="8637973" cy="4720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00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81A2-AE00-A191-CC80-26E8F274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BE83BF-FC8F-E2F9-421F-B873A68D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B2E58E-3318-3152-B5AE-16BC10175E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プロジェクト③ こどもふるさと便について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AB8B1081-4925-3F6F-4DDB-7466BD4BDE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/>
              <a:t>自治体・</a:t>
            </a:r>
            <a:r>
              <a:rPr lang="en-US" altLang="ja-JP" dirty="0"/>
              <a:t>JA</a:t>
            </a:r>
            <a:r>
              <a:rPr lang="ja-JP" altLang="en-US" dirty="0"/>
              <a:t>を繋ぐ「共感のネットワーク」を、北海道全域へ広げます</a:t>
            </a:r>
            <a:endParaRPr kumimoji="1" lang="ja-JP" altLang="en-US" dirty="0"/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0A0ADC1-CCC1-98EE-A933-FE0D3A120C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3078287"/>
              </p:ext>
            </p:extLst>
          </p:nvPr>
        </p:nvGraphicFramePr>
        <p:xfrm>
          <a:off x="253013" y="1573865"/>
          <a:ext cx="8637973" cy="4347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849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0798-8E7A-AC0A-EDD5-90DFB5C1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A50C16-5132-D58F-F0FC-99CEA8B1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EBD7EF-3179-051B-51C9-2998E08A7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プロジェクト④ フードバンクについて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389B4E1-2DE1-4457-DC05-A9227807E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ja-JP" altLang="en-US" dirty="0"/>
              <a:t>全道での持続可能な食のインフラづくり</a:t>
            </a:r>
            <a:r>
              <a:rPr lang="ja-JP" altLang="en-US"/>
              <a:t>へ取り組みます</a:t>
            </a:r>
            <a:endParaRPr kumimoji="1" lang="ja-JP" altLang="en-US" dirty="0"/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C87AC046-1A20-FBF2-01A6-2FC44AFD2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205567"/>
              </p:ext>
            </p:extLst>
          </p:nvPr>
        </p:nvGraphicFramePr>
        <p:xfrm>
          <a:off x="266329" y="1287262"/>
          <a:ext cx="8637973" cy="5007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253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E180-1ED6-9BA1-044B-FE6DDAB2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E64377-CBC1-0F8F-D76C-7B74CE81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06D-05D3-4957-82D9-C2ACF915D29B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9EEE96-B14D-C95A-5ECF-D65EB5E3D9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結びに代えて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953718-3A82-C318-108A-19E71C11D2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839" y="1393157"/>
            <a:ext cx="8402321" cy="4208651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足りない部分は必死で追いつき、</a:t>
            </a:r>
            <a:endParaRPr lang="en-US" altLang="ja-JP" sz="3200" dirty="0"/>
          </a:p>
          <a:p>
            <a:r>
              <a:rPr lang="ja-JP" altLang="en-US" sz="3200" dirty="0"/>
              <a:t>御社のビジョン・ミッションの実現に</a:t>
            </a:r>
            <a:endParaRPr lang="en-US" altLang="ja-JP" sz="3200" dirty="0"/>
          </a:p>
          <a:p>
            <a:r>
              <a:rPr lang="ja-JP" altLang="en-US" sz="3200" dirty="0"/>
              <a:t>私の持つ全ての力を注ぎます。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6511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グレースケール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ユーザー定義 1">
      <a:majorFont>
        <a:latin typeface="Segoe UI"/>
        <a:ea typeface="UD デジタル 教科書体 NP-B"/>
        <a:cs typeface=""/>
      </a:majorFont>
      <a:minorFont>
        <a:latin typeface="Segoe UI"/>
        <a:ea typeface="UD デジタル 教科書体 NP-B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wrap="none"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6868</TotalTime>
  <Words>567</Words>
  <Application>Microsoft Office PowerPoint</Application>
  <PresentationFormat>画面に合わせる (4:3)</PresentationFormat>
  <Paragraphs>82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Arial</vt:lpstr>
      <vt:lpstr>游ゴシック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青地 豊間根</dc:creator>
  <cp:lastModifiedBy>雅史 畑原</cp:lastModifiedBy>
  <cp:revision>213</cp:revision>
  <cp:lastPrinted>2025-05-01T05:39:42Z</cp:lastPrinted>
  <dcterms:created xsi:type="dcterms:W3CDTF">2020-07-26T03:52:27Z</dcterms:created>
  <dcterms:modified xsi:type="dcterms:W3CDTF">2026-04-09T01:34:16Z</dcterms:modified>
</cp:coreProperties>
</file>